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302" r:id="rId3"/>
    <p:sldId id="295" r:id="rId4"/>
    <p:sldId id="294" r:id="rId5"/>
    <p:sldId id="296" r:id="rId6"/>
    <p:sldId id="298" r:id="rId7"/>
    <p:sldId id="303" r:id="rId8"/>
    <p:sldId id="304" r:id="rId9"/>
    <p:sldId id="305" r:id="rId10"/>
    <p:sldId id="306" r:id="rId11"/>
    <p:sldId id="307" r:id="rId12"/>
    <p:sldId id="292" r:id="rId13"/>
    <p:sldId id="300" r:id="rId14"/>
    <p:sldId id="301" r:id="rId15"/>
    <p:sldId id="289" r:id="rId16"/>
  </p:sldIdLst>
  <p:sldSz cx="10691813" cy="755967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29F7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7226" autoAdjust="0"/>
  </p:normalViewPr>
  <p:slideViewPr>
    <p:cSldViewPr snapToGrid="0">
      <p:cViewPr varScale="1">
        <p:scale>
          <a:sx n="66" d="100"/>
          <a:sy n="66" d="100"/>
        </p:scale>
        <p:origin x="16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édé Fatima  AGBODAN | MACI" userId="284415b2-b7fe-462d-987f-0c22c28280d3" providerId="ADAL" clId="{ABEACF95-C02C-4C7E-9A0B-9E164EB343A3}"/>
    <pc:docChg chg="undo custSel addSld delSld modSld sldOrd">
      <pc:chgData name="Dédé Fatima  AGBODAN | MACI" userId="284415b2-b7fe-462d-987f-0c22c28280d3" providerId="ADAL" clId="{ABEACF95-C02C-4C7E-9A0B-9E164EB343A3}" dt="2026-06-10T17:08:38.887" v="12212" actId="20577"/>
      <pc:docMkLst>
        <pc:docMk/>
      </pc:docMkLst>
      <pc:sldChg chg="modSp mod">
        <pc:chgData name="Dédé Fatima  AGBODAN | MACI" userId="284415b2-b7fe-462d-987f-0c22c28280d3" providerId="ADAL" clId="{ABEACF95-C02C-4C7E-9A0B-9E164EB343A3}" dt="2026-06-03T09:09:15.196" v="8965" actId="20577"/>
        <pc:sldMkLst>
          <pc:docMk/>
          <pc:sldMk cId="2632170266" sldId="256"/>
        </pc:sldMkLst>
        <pc:spChg chg="mod">
          <ac:chgData name="Dédé Fatima  AGBODAN | MACI" userId="284415b2-b7fe-462d-987f-0c22c28280d3" providerId="ADAL" clId="{ABEACF95-C02C-4C7E-9A0B-9E164EB343A3}" dt="2026-06-03T09:09:15.196" v="8965" actId="20577"/>
          <ac:spMkLst>
            <pc:docMk/>
            <pc:sldMk cId="2632170266" sldId="256"/>
            <ac:spMk id="2" creationId="{08938B1E-D623-9075-F19C-A3B3545D43AB}"/>
          </ac:spMkLst>
        </pc:spChg>
      </pc:sldChg>
      <pc:sldChg chg="modSp mod">
        <pc:chgData name="Dédé Fatima  AGBODAN | MACI" userId="284415b2-b7fe-462d-987f-0c22c28280d3" providerId="ADAL" clId="{ABEACF95-C02C-4C7E-9A0B-9E164EB343A3}" dt="2026-06-03T12:06:45.152" v="9361" actId="14100"/>
        <pc:sldMkLst>
          <pc:docMk/>
          <pc:sldMk cId="616705792" sldId="289"/>
        </pc:sldMkLst>
        <pc:spChg chg="mod">
          <ac:chgData name="Dédé Fatima  AGBODAN | MACI" userId="284415b2-b7fe-462d-987f-0c22c28280d3" providerId="ADAL" clId="{ABEACF95-C02C-4C7E-9A0B-9E164EB343A3}" dt="2026-06-03T12:06:45.152" v="9361" actId="14100"/>
          <ac:spMkLst>
            <pc:docMk/>
            <pc:sldMk cId="616705792" sldId="289"/>
            <ac:spMk id="3" creationId="{AC2737EA-954E-3C07-66A8-C38F44547BED}"/>
          </ac:spMkLst>
        </pc:spChg>
      </pc:sldChg>
      <pc:sldChg chg="delSp modSp add mod ord">
        <pc:chgData name="Dédé Fatima  AGBODAN | MACI" userId="284415b2-b7fe-462d-987f-0c22c28280d3" providerId="ADAL" clId="{ABEACF95-C02C-4C7E-9A0B-9E164EB343A3}" dt="2026-06-10T17:03:28.132" v="12202" actId="20577"/>
        <pc:sldMkLst>
          <pc:docMk/>
          <pc:sldMk cId="3573837279" sldId="292"/>
        </pc:sldMkLst>
        <pc:spChg chg="mod">
          <ac:chgData name="Dédé Fatima  AGBODAN | MACI" userId="284415b2-b7fe-462d-987f-0c22c28280d3" providerId="ADAL" clId="{ABEACF95-C02C-4C7E-9A0B-9E164EB343A3}" dt="2026-06-10T17:03:28.132" v="12202" actId="20577"/>
          <ac:spMkLst>
            <pc:docMk/>
            <pc:sldMk cId="3573837279" sldId="292"/>
            <ac:spMk id="2" creationId="{33C8649B-CA7B-B952-EB76-39A3487F68CE}"/>
          </ac:spMkLst>
        </pc:spChg>
        <pc:spChg chg="mod">
          <ac:chgData name="Dédé Fatima  AGBODAN | MACI" userId="284415b2-b7fe-462d-987f-0c22c28280d3" providerId="ADAL" clId="{ABEACF95-C02C-4C7E-9A0B-9E164EB343A3}" dt="2026-06-08T14:42:13.302" v="12166" actId="113"/>
          <ac:spMkLst>
            <pc:docMk/>
            <pc:sldMk cId="3573837279" sldId="292"/>
            <ac:spMk id="3" creationId="{59DE09B8-B1D2-A264-8A40-A59F43324C91}"/>
          </ac:spMkLst>
        </pc:spChg>
        <pc:spChg chg="mod">
          <ac:chgData name="Dédé Fatima  AGBODAN | MACI" userId="284415b2-b7fe-462d-987f-0c22c28280d3" providerId="ADAL" clId="{ABEACF95-C02C-4C7E-9A0B-9E164EB343A3}" dt="2026-06-03T12:10:00.048" v="9370" actId="2711"/>
          <ac:spMkLst>
            <pc:docMk/>
            <pc:sldMk cId="3573837279" sldId="292"/>
            <ac:spMk id="4" creationId="{4A9C02CE-8B24-7448-7041-C349610A53D8}"/>
          </ac:spMkLst>
        </pc:spChg>
        <pc:spChg chg="mod">
          <ac:chgData name="Dédé Fatima  AGBODAN | MACI" userId="284415b2-b7fe-462d-987f-0c22c28280d3" providerId="ADAL" clId="{ABEACF95-C02C-4C7E-9A0B-9E164EB343A3}" dt="2026-06-08T14:42:19.764" v="12168" actId="207"/>
          <ac:spMkLst>
            <pc:docMk/>
            <pc:sldMk cId="3573837279" sldId="292"/>
            <ac:spMk id="5" creationId="{FFED9DE5-964E-ADD3-C3F1-6505FF1C55FB}"/>
          </ac:spMkLst>
        </pc:spChg>
        <pc:spChg chg="mod">
          <ac:chgData name="Dédé Fatima  AGBODAN | MACI" userId="284415b2-b7fe-462d-987f-0c22c28280d3" providerId="ADAL" clId="{ABEACF95-C02C-4C7E-9A0B-9E164EB343A3}" dt="2026-06-03T12:10:32.432" v="9372" actId="2711"/>
          <ac:spMkLst>
            <pc:docMk/>
            <pc:sldMk cId="3573837279" sldId="292"/>
            <ac:spMk id="6" creationId="{928B529F-EBA8-41F4-D723-30E677D6679A}"/>
          </ac:spMkLst>
        </pc:spChg>
      </pc:sldChg>
      <pc:sldChg chg="addSp delSp modSp new mod ord">
        <pc:chgData name="Dédé Fatima  AGBODAN | MACI" userId="284415b2-b7fe-462d-987f-0c22c28280d3" providerId="ADAL" clId="{ABEACF95-C02C-4C7E-9A0B-9E164EB343A3}" dt="2026-06-08T14:45:15.214" v="12182" actId="20577"/>
        <pc:sldMkLst>
          <pc:docMk/>
          <pc:sldMk cId="1244035574" sldId="294"/>
        </pc:sldMkLst>
        <pc:spChg chg="mod">
          <ac:chgData name="Dédé Fatima  AGBODAN | MACI" userId="284415b2-b7fe-462d-987f-0c22c28280d3" providerId="ADAL" clId="{ABEACF95-C02C-4C7E-9A0B-9E164EB343A3}" dt="2026-06-08T14:45:15.214" v="12182" actId="20577"/>
          <ac:spMkLst>
            <pc:docMk/>
            <pc:sldMk cId="1244035574" sldId="294"/>
            <ac:spMk id="2" creationId="{247B9A22-02CC-A6AE-5F14-A64D34ED966D}"/>
          </ac:spMkLst>
        </pc:spChg>
        <pc:spChg chg="mod">
          <ac:chgData name="Dédé Fatima  AGBODAN | MACI" userId="284415b2-b7fe-462d-987f-0c22c28280d3" providerId="ADAL" clId="{ABEACF95-C02C-4C7E-9A0B-9E164EB343A3}" dt="2026-06-03T09:21:21.328" v="9272" actId="20577"/>
          <ac:spMkLst>
            <pc:docMk/>
            <pc:sldMk cId="1244035574" sldId="294"/>
            <ac:spMk id="3" creationId="{D2402563-9ABF-F56D-6C20-63E00C8B91FF}"/>
          </ac:spMkLst>
        </pc:spChg>
        <pc:spChg chg="mod">
          <ac:chgData name="Dédé Fatima  AGBODAN | MACI" userId="284415b2-b7fe-462d-987f-0c22c28280d3" providerId="ADAL" clId="{ABEACF95-C02C-4C7E-9A0B-9E164EB343A3}" dt="2026-06-08T14:23:10.633" v="11909" actId="20577"/>
          <ac:spMkLst>
            <pc:docMk/>
            <pc:sldMk cId="1244035574" sldId="294"/>
            <ac:spMk id="4" creationId="{5716BD1C-670E-5EA5-7468-027DC5FA363A}"/>
          </ac:spMkLst>
        </pc:spChg>
      </pc:sldChg>
      <pc:sldChg chg="addSp delSp modSp new mod ord">
        <pc:chgData name="Dédé Fatima  AGBODAN | MACI" userId="284415b2-b7fe-462d-987f-0c22c28280d3" providerId="ADAL" clId="{ABEACF95-C02C-4C7E-9A0B-9E164EB343A3}" dt="2026-06-08T14:45:00.283" v="12180"/>
        <pc:sldMkLst>
          <pc:docMk/>
          <pc:sldMk cId="1862050732" sldId="295"/>
        </pc:sldMkLst>
        <pc:spChg chg="mod">
          <ac:chgData name="Dédé Fatima  AGBODAN | MACI" userId="284415b2-b7fe-462d-987f-0c22c28280d3" providerId="ADAL" clId="{ABEACF95-C02C-4C7E-9A0B-9E164EB343A3}" dt="2026-05-26T11:34:12.418" v="8175" actId="20577"/>
          <ac:spMkLst>
            <pc:docMk/>
            <pc:sldMk cId="1862050732" sldId="295"/>
            <ac:spMk id="2" creationId="{E37B8F46-7A46-B1CF-FEE5-A2E8EE73CF4E}"/>
          </ac:spMkLst>
        </pc:spChg>
        <pc:spChg chg="mod">
          <ac:chgData name="Dédé Fatima  AGBODAN | MACI" userId="284415b2-b7fe-462d-987f-0c22c28280d3" providerId="ADAL" clId="{ABEACF95-C02C-4C7E-9A0B-9E164EB343A3}" dt="2026-06-03T12:11:04.737" v="9374" actId="207"/>
          <ac:spMkLst>
            <pc:docMk/>
            <pc:sldMk cId="1862050732" sldId="295"/>
            <ac:spMk id="3" creationId="{0B255884-DFBA-2F46-EECC-6523FA30E077}"/>
          </ac:spMkLst>
        </pc:spChg>
        <pc:picChg chg="add mod">
          <ac:chgData name="Dédé Fatima  AGBODAN | MACI" userId="284415b2-b7fe-462d-987f-0c22c28280d3" providerId="ADAL" clId="{ABEACF95-C02C-4C7E-9A0B-9E164EB343A3}" dt="2026-06-03T11:45:33.839" v="9310" actId="14100"/>
          <ac:picMkLst>
            <pc:docMk/>
            <pc:sldMk cId="1862050732" sldId="295"/>
            <ac:picMk id="4" creationId="{AA01BD1D-B958-93BA-91F3-3DADFA0189F1}"/>
          </ac:picMkLst>
        </pc:picChg>
        <pc:picChg chg="add mod">
          <ac:chgData name="Dédé Fatima  AGBODAN | MACI" userId="284415b2-b7fe-462d-987f-0c22c28280d3" providerId="ADAL" clId="{ABEACF95-C02C-4C7E-9A0B-9E164EB343A3}" dt="2026-06-03T11:45:36.291" v="9311" actId="14100"/>
          <ac:picMkLst>
            <pc:docMk/>
            <pc:sldMk cId="1862050732" sldId="295"/>
            <ac:picMk id="7" creationId="{254D9BF1-A09E-34F9-896A-A2DEA7180B77}"/>
          </ac:picMkLst>
        </pc:picChg>
      </pc:sldChg>
      <pc:sldChg chg="modSp new mod ord">
        <pc:chgData name="Dédé Fatima  AGBODAN | MACI" userId="284415b2-b7fe-462d-987f-0c22c28280d3" providerId="ADAL" clId="{ABEACF95-C02C-4C7E-9A0B-9E164EB343A3}" dt="2026-06-08T14:45:22.558" v="12184" actId="20577"/>
        <pc:sldMkLst>
          <pc:docMk/>
          <pc:sldMk cId="802588018" sldId="296"/>
        </pc:sldMkLst>
        <pc:spChg chg="mod">
          <ac:chgData name="Dédé Fatima  AGBODAN | MACI" userId="284415b2-b7fe-462d-987f-0c22c28280d3" providerId="ADAL" clId="{ABEACF95-C02C-4C7E-9A0B-9E164EB343A3}" dt="2026-06-08T14:45:22.558" v="12184" actId="20577"/>
          <ac:spMkLst>
            <pc:docMk/>
            <pc:sldMk cId="802588018" sldId="296"/>
            <ac:spMk id="2" creationId="{75BFC48F-96C5-41FB-632F-E46B1A1CE99D}"/>
          </ac:spMkLst>
        </pc:spChg>
        <pc:spChg chg="mod">
          <ac:chgData name="Dédé Fatima  AGBODAN | MACI" userId="284415b2-b7fe-462d-987f-0c22c28280d3" providerId="ADAL" clId="{ABEACF95-C02C-4C7E-9A0B-9E164EB343A3}" dt="2026-06-03T09:21:55.974" v="9276" actId="14100"/>
          <ac:spMkLst>
            <pc:docMk/>
            <pc:sldMk cId="802588018" sldId="296"/>
            <ac:spMk id="3" creationId="{A95FDA89-9599-B13F-F480-AE9F80FE8D7F}"/>
          </ac:spMkLst>
        </pc:spChg>
      </pc:sldChg>
      <pc:sldChg chg="modSp new mod ord">
        <pc:chgData name="Dédé Fatima  AGBODAN | MACI" userId="284415b2-b7fe-462d-987f-0c22c28280d3" providerId="ADAL" clId="{ABEACF95-C02C-4C7E-9A0B-9E164EB343A3}" dt="2026-06-08T14:45:27.138" v="12186" actId="20577"/>
        <pc:sldMkLst>
          <pc:docMk/>
          <pc:sldMk cId="2672526528" sldId="298"/>
        </pc:sldMkLst>
        <pc:spChg chg="mod">
          <ac:chgData name="Dédé Fatima  AGBODAN | MACI" userId="284415b2-b7fe-462d-987f-0c22c28280d3" providerId="ADAL" clId="{ABEACF95-C02C-4C7E-9A0B-9E164EB343A3}" dt="2026-06-08T14:45:27.138" v="12186" actId="20577"/>
          <ac:spMkLst>
            <pc:docMk/>
            <pc:sldMk cId="2672526528" sldId="298"/>
            <ac:spMk id="2" creationId="{AED35715-6469-A2D5-DE6E-6136956D02DD}"/>
          </ac:spMkLst>
        </pc:spChg>
        <pc:spChg chg="mod">
          <ac:chgData name="Dédé Fatima  AGBODAN | MACI" userId="284415b2-b7fe-462d-987f-0c22c28280d3" providerId="ADAL" clId="{ABEACF95-C02C-4C7E-9A0B-9E164EB343A3}" dt="2026-06-03T12:19:55.102" v="9380" actId="20577"/>
          <ac:spMkLst>
            <pc:docMk/>
            <pc:sldMk cId="2672526528" sldId="298"/>
            <ac:spMk id="3" creationId="{A15A941A-C192-DC95-3AB9-9CE3C33D240A}"/>
          </ac:spMkLst>
        </pc:spChg>
      </pc:sldChg>
      <pc:sldChg chg="addSp delSp modSp new mod">
        <pc:chgData name="Dédé Fatima  AGBODAN | MACI" userId="284415b2-b7fe-462d-987f-0c22c28280d3" providerId="ADAL" clId="{ABEACF95-C02C-4C7E-9A0B-9E164EB343A3}" dt="2026-06-10T17:03:34.888" v="12205" actId="20577"/>
        <pc:sldMkLst>
          <pc:docMk/>
          <pc:sldMk cId="4204755642" sldId="300"/>
        </pc:sldMkLst>
        <pc:spChg chg="mod">
          <ac:chgData name="Dédé Fatima  AGBODAN | MACI" userId="284415b2-b7fe-462d-987f-0c22c28280d3" providerId="ADAL" clId="{ABEACF95-C02C-4C7E-9A0B-9E164EB343A3}" dt="2026-06-10T17:03:34.888" v="12205" actId="20577"/>
          <ac:spMkLst>
            <pc:docMk/>
            <pc:sldMk cId="4204755642" sldId="300"/>
            <ac:spMk id="2" creationId="{BC9EC86B-1303-BFD3-7E95-C0EE4AFD59DB}"/>
          </ac:spMkLst>
        </pc:spChg>
        <pc:picChg chg="add mod ord">
          <ac:chgData name="Dédé Fatima  AGBODAN | MACI" userId="284415b2-b7fe-462d-987f-0c22c28280d3" providerId="ADAL" clId="{ABEACF95-C02C-4C7E-9A0B-9E164EB343A3}" dt="2026-05-26T11:44:43.617" v="8414" actId="1076"/>
          <ac:picMkLst>
            <pc:docMk/>
            <pc:sldMk cId="4204755642" sldId="300"/>
            <ac:picMk id="5" creationId="{B3530EB3-BB42-3A05-D273-75FAA0A8C20D}"/>
          </ac:picMkLst>
        </pc:picChg>
      </pc:sldChg>
      <pc:sldChg chg="addSp delSp modSp new mod">
        <pc:chgData name="Dédé Fatima  AGBODAN | MACI" userId="284415b2-b7fe-462d-987f-0c22c28280d3" providerId="ADAL" clId="{ABEACF95-C02C-4C7E-9A0B-9E164EB343A3}" dt="2026-06-03T12:20:37.953" v="9385" actId="14100"/>
        <pc:sldMkLst>
          <pc:docMk/>
          <pc:sldMk cId="306761491" sldId="301"/>
        </pc:sldMkLst>
        <pc:picChg chg="add mod">
          <ac:chgData name="Dédé Fatima  AGBODAN | MACI" userId="284415b2-b7fe-462d-987f-0c22c28280d3" providerId="ADAL" clId="{ABEACF95-C02C-4C7E-9A0B-9E164EB343A3}" dt="2026-06-03T12:20:37.953" v="9385" actId="14100"/>
          <ac:picMkLst>
            <pc:docMk/>
            <pc:sldMk cId="306761491" sldId="301"/>
            <ac:picMk id="4" creationId="{90DDBF36-1B9A-8649-FAB6-7F94DAC6C043}"/>
          </ac:picMkLst>
        </pc:picChg>
      </pc:sldChg>
      <pc:sldChg chg="addSp modSp new mod">
        <pc:chgData name="Dédé Fatima  AGBODAN | MACI" userId="284415b2-b7fe-462d-987f-0c22c28280d3" providerId="ADAL" clId="{ABEACF95-C02C-4C7E-9A0B-9E164EB343A3}" dt="2026-06-03T12:19:25.495" v="9376" actId="27636"/>
        <pc:sldMkLst>
          <pc:docMk/>
          <pc:sldMk cId="2449132678" sldId="302"/>
        </pc:sldMkLst>
        <pc:spChg chg="mod">
          <ac:chgData name="Dédé Fatima  AGBODAN | MACI" userId="284415b2-b7fe-462d-987f-0c22c28280d3" providerId="ADAL" clId="{ABEACF95-C02C-4C7E-9A0B-9E164EB343A3}" dt="2026-06-03T12:05:34.015" v="9344" actId="20577"/>
          <ac:spMkLst>
            <pc:docMk/>
            <pc:sldMk cId="2449132678" sldId="302"/>
            <ac:spMk id="2" creationId="{0A71DA54-4EF3-12BB-796B-59170671CBCC}"/>
          </ac:spMkLst>
        </pc:spChg>
        <pc:spChg chg="mod">
          <ac:chgData name="Dédé Fatima  AGBODAN | MACI" userId="284415b2-b7fe-462d-987f-0c22c28280d3" providerId="ADAL" clId="{ABEACF95-C02C-4C7E-9A0B-9E164EB343A3}" dt="2026-06-03T12:19:25.495" v="9376" actId="27636"/>
          <ac:spMkLst>
            <pc:docMk/>
            <pc:sldMk cId="2449132678" sldId="302"/>
            <ac:spMk id="3" creationId="{62D7748E-9423-21D1-959D-AF1CA0C9444B}"/>
          </ac:spMkLst>
        </pc:spChg>
        <pc:picChg chg="add mod">
          <ac:chgData name="Dédé Fatima  AGBODAN | MACI" userId="284415b2-b7fe-462d-987f-0c22c28280d3" providerId="ADAL" clId="{ABEACF95-C02C-4C7E-9A0B-9E164EB343A3}" dt="2026-06-03T09:20:30.591" v="9224" actId="1076"/>
          <ac:picMkLst>
            <pc:docMk/>
            <pc:sldMk cId="2449132678" sldId="302"/>
            <ac:picMk id="4" creationId="{7C057FFC-483C-6B31-7629-9F8427AB0E43}"/>
          </ac:picMkLst>
        </pc:picChg>
      </pc:sldChg>
      <pc:sldChg chg="modSp new mod">
        <pc:chgData name="Dédé Fatima  AGBODAN | MACI" userId="284415b2-b7fe-462d-987f-0c22c28280d3" providerId="ADAL" clId="{ABEACF95-C02C-4C7E-9A0B-9E164EB343A3}" dt="2026-06-08T14:45:35.110" v="12188" actId="20577"/>
        <pc:sldMkLst>
          <pc:docMk/>
          <pc:sldMk cId="2482017698" sldId="303"/>
        </pc:sldMkLst>
        <pc:spChg chg="mod">
          <ac:chgData name="Dédé Fatima  AGBODAN | MACI" userId="284415b2-b7fe-462d-987f-0c22c28280d3" providerId="ADAL" clId="{ABEACF95-C02C-4C7E-9A0B-9E164EB343A3}" dt="2026-06-08T14:45:35.110" v="12188" actId="20577"/>
          <ac:spMkLst>
            <pc:docMk/>
            <pc:sldMk cId="2482017698" sldId="303"/>
            <ac:spMk id="2" creationId="{2F49BA56-0438-3B1E-127D-09B480D73286}"/>
          </ac:spMkLst>
        </pc:spChg>
        <pc:spChg chg="mod">
          <ac:chgData name="Dédé Fatima  AGBODAN | MACI" userId="284415b2-b7fe-462d-987f-0c22c28280d3" providerId="ADAL" clId="{ABEACF95-C02C-4C7E-9A0B-9E164EB343A3}" dt="2026-06-08T14:41:51.806" v="12163" actId="20577"/>
          <ac:spMkLst>
            <pc:docMk/>
            <pc:sldMk cId="2482017698" sldId="303"/>
            <ac:spMk id="3" creationId="{0B6541CF-A491-A52B-2A5E-F86C48F3C365}"/>
          </ac:spMkLst>
        </pc:spChg>
      </pc:sldChg>
      <pc:sldChg chg="modSp new mod">
        <pc:chgData name="Dédé Fatima  AGBODAN | MACI" userId="284415b2-b7fe-462d-987f-0c22c28280d3" providerId="ADAL" clId="{ABEACF95-C02C-4C7E-9A0B-9E164EB343A3}" dt="2026-06-08T14:45:39.277" v="12190" actId="20577"/>
        <pc:sldMkLst>
          <pc:docMk/>
          <pc:sldMk cId="237432039" sldId="304"/>
        </pc:sldMkLst>
        <pc:spChg chg="mod">
          <ac:chgData name="Dédé Fatima  AGBODAN | MACI" userId="284415b2-b7fe-462d-987f-0c22c28280d3" providerId="ADAL" clId="{ABEACF95-C02C-4C7E-9A0B-9E164EB343A3}" dt="2026-06-08T14:45:39.277" v="12190" actId="20577"/>
          <ac:spMkLst>
            <pc:docMk/>
            <pc:sldMk cId="237432039" sldId="304"/>
            <ac:spMk id="2" creationId="{B9CD709F-5FC1-BC8B-CE90-DFACAD55C495}"/>
          </ac:spMkLst>
        </pc:spChg>
        <pc:spChg chg="mod">
          <ac:chgData name="Dédé Fatima  AGBODAN | MACI" userId="284415b2-b7fe-462d-987f-0c22c28280d3" providerId="ADAL" clId="{ABEACF95-C02C-4C7E-9A0B-9E164EB343A3}" dt="2026-06-08T14:40:42.397" v="12145" actId="20577"/>
          <ac:spMkLst>
            <pc:docMk/>
            <pc:sldMk cId="237432039" sldId="304"/>
            <ac:spMk id="3" creationId="{CB54B3A2-9B22-4D5C-913A-B01AD25C9096}"/>
          </ac:spMkLst>
        </pc:spChg>
      </pc:sldChg>
      <pc:sldChg chg="modSp new mod">
        <pc:chgData name="Dédé Fatima  AGBODAN | MACI" userId="284415b2-b7fe-462d-987f-0c22c28280d3" providerId="ADAL" clId="{ABEACF95-C02C-4C7E-9A0B-9E164EB343A3}" dt="2026-06-08T14:45:44.209" v="12192" actId="20577"/>
        <pc:sldMkLst>
          <pc:docMk/>
          <pc:sldMk cId="3168020296" sldId="305"/>
        </pc:sldMkLst>
        <pc:spChg chg="mod">
          <ac:chgData name="Dédé Fatima  AGBODAN | MACI" userId="284415b2-b7fe-462d-987f-0c22c28280d3" providerId="ADAL" clId="{ABEACF95-C02C-4C7E-9A0B-9E164EB343A3}" dt="2026-06-08T14:45:44.209" v="12192" actId="20577"/>
          <ac:spMkLst>
            <pc:docMk/>
            <pc:sldMk cId="3168020296" sldId="305"/>
            <ac:spMk id="2" creationId="{6AE2CC3A-AD66-7A84-880B-8127CD0901C8}"/>
          </ac:spMkLst>
        </pc:spChg>
        <pc:spChg chg="mod">
          <ac:chgData name="Dédé Fatima  AGBODAN | MACI" userId="284415b2-b7fe-462d-987f-0c22c28280d3" providerId="ADAL" clId="{ABEACF95-C02C-4C7E-9A0B-9E164EB343A3}" dt="2026-06-08T14:41:09.753" v="12150" actId="20577"/>
          <ac:spMkLst>
            <pc:docMk/>
            <pc:sldMk cId="3168020296" sldId="305"/>
            <ac:spMk id="3" creationId="{06A11229-C542-1EBB-313F-C742FC4C5AC1}"/>
          </ac:spMkLst>
        </pc:spChg>
      </pc:sldChg>
      <pc:sldChg chg="modSp new mod">
        <pc:chgData name="Dédé Fatima  AGBODAN | MACI" userId="284415b2-b7fe-462d-987f-0c22c28280d3" providerId="ADAL" clId="{ABEACF95-C02C-4C7E-9A0B-9E164EB343A3}" dt="2026-06-10T17:03:14.951" v="12197" actId="20577"/>
        <pc:sldMkLst>
          <pc:docMk/>
          <pc:sldMk cId="1234388083" sldId="306"/>
        </pc:sldMkLst>
        <pc:spChg chg="mod">
          <ac:chgData name="Dédé Fatima  AGBODAN | MACI" userId="284415b2-b7fe-462d-987f-0c22c28280d3" providerId="ADAL" clId="{ABEACF95-C02C-4C7E-9A0B-9E164EB343A3}" dt="2026-06-10T17:03:14.951" v="12197" actId="20577"/>
          <ac:spMkLst>
            <pc:docMk/>
            <pc:sldMk cId="1234388083" sldId="306"/>
            <ac:spMk id="2" creationId="{A1E71C67-9CC3-DAD0-098D-8F7BB6BE560E}"/>
          </ac:spMkLst>
        </pc:spChg>
        <pc:spChg chg="mod">
          <ac:chgData name="Dédé Fatima  AGBODAN | MACI" userId="284415b2-b7fe-462d-987f-0c22c28280d3" providerId="ADAL" clId="{ABEACF95-C02C-4C7E-9A0B-9E164EB343A3}" dt="2026-06-08T14:41:22.651" v="12157" actId="20577"/>
          <ac:spMkLst>
            <pc:docMk/>
            <pc:sldMk cId="1234388083" sldId="306"/>
            <ac:spMk id="3" creationId="{D05F0292-2FD5-1BC4-9932-A833880DA7CF}"/>
          </ac:spMkLst>
        </pc:spChg>
      </pc:sldChg>
      <pc:sldChg chg="modSp new mod">
        <pc:chgData name="Dédé Fatima  AGBODAN | MACI" userId="284415b2-b7fe-462d-987f-0c22c28280d3" providerId="ADAL" clId="{ABEACF95-C02C-4C7E-9A0B-9E164EB343A3}" dt="2026-06-10T17:08:38.887" v="12212" actId="20577"/>
        <pc:sldMkLst>
          <pc:docMk/>
          <pc:sldMk cId="1705621475" sldId="307"/>
        </pc:sldMkLst>
        <pc:spChg chg="mod">
          <ac:chgData name="Dédé Fatima  AGBODAN | MACI" userId="284415b2-b7fe-462d-987f-0c22c28280d3" providerId="ADAL" clId="{ABEACF95-C02C-4C7E-9A0B-9E164EB343A3}" dt="2026-06-10T17:03:20.945" v="12199" actId="20577"/>
          <ac:spMkLst>
            <pc:docMk/>
            <pc:sldMk cId="1705621475" sldId="307"/>
            <ac:spMk id="2" creationId="{C1145CC6-9CDF-89DA-DB5E-6B5142F3FCDB}"/>
          </ac:spMkLst>
        </pc:spChg>
        <pc:spChg chg="mod">
          <ac:chgData name="Dédé Fatima  AGBODAN | MACI" userId="284415b2-b7fe-462d-987f-0c22c28280d3" providerId="ADAL" clId="{ABEACF95-C02C-4C7E-9A0B-9E164EB343A3}" dt="2026-06-10T17:08:38.887" v="12212" actId="20577"/>
          <ac:spMkLst>
            <pc:docMk/>
            <pc:sldMk cId="1705621475" sldId="307"/>
            <ac:spMk id="3" creationId="{00C4E92C-F0A5-BD6D-027A-3E04A4D16B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I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0C28-9B5A-4654-BF5C-B1F77B05DAB8}" type="datetimeFigureOut">
              <a:rPr lang="fr-CI" smtClean="0"/>
              <a:t>10/06/2026</a:t>
            </a:fld>
            <a:endParaRPr lang="fr-CI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09663" y="1279525"/>
            <a:ext cx="48863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I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I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9E93-55F2-4F3F-B758-FB84DC0E00E3}" type="slidenum">
              <a:rPr lang="fr-CI" smtClean="0"/>
              <a:t>‹N°›</a:t>
            </a:fld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24036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9E93-55F2-4F3F-B758-FB84DC0E00E3}" type="slidenum">
              <a:rPr lang="fr-CI" smtClean="0"/>
              <a:t>3</a:t>
            </a:fld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684645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9E93-55F2-4F3F-B758-FB84DC0E00E3}" type="slidenum">
              <a:rPr lang="fr-CI" smtClean="0"/>
              <a:t>12</a:t>
            </a:fld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855406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531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717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634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194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170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33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889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17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78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284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210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6E448-7D2B-3247-B12B-1DB75E6C99D4}" type="datetimeFigureOut">
              <a:rPr lang="fr-FR" smtClean="0"/>
              <a:t>10/06/2026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30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938B1E-D623-9075-F19C-A3B3545D43AB}"/>
              </a:ext>
            </a:extLst>
          </p:cNvPr>
          <p:cNvSpPr>
            <a:spLocks noGrp="1"/>
          </p:cNvSpPr>
          <p:nvPr/>
        </p:nvSpPr>
        <p:spPr>
          <a:xfrm>
            <a:off x="271081" y="2241395"/>
            <a:ext cx="10149649" cy="1151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b="1" dirty="0">
                <a:solidFill>
                  <a:srgbClr val="00CC99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Carte de Fidélité </a:t>
            </a:r>
            <a:endParaRPr lang="fr-CI" sz="6000" b="1" dirty="0">
              <a:solidFill>
                <a:srgbClr val="00CC99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2F7BCB-F4CC-7754-6B7F-1B87972B39AF}"/>
              </a:ext>
            </a:extLst>
          </p:cNvPr>
          <p:cNvSpPr txBox="1"/>
          <p:nvPr/>
        </p:nvSpPr>
        <p:spPr>
          <a:xfrm>
            <a:off x="1494667" y="3843637"/>
            <a:ext cx="7702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00CC99"/>
                </a:solidFill>
                <a:latin typeface="Century Schoolbook" panose="02040604050505020304" pitchFamily="18" charset="0"/>
              </a:rPr>
              <a:t>2026</a:t>
            </a:r>
            <a:endParaRPr lang="fr-FR" sz="36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17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1DA54-4EF3-12BB-796B-59170671C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90" y="1815014"/>
            <a:ext cx="9178724" cy="2054070"/>
          </a:xfrm>
        </p:spPr>
        <p:txBody>
          <a:bodyPr/>
          <a:lstStyle/>
          <a:p>
            <a:r>
              <a:rPr lang="fr-FR" b="1" dirty="0">
                <a:solidFill>
                  <a:srgbClr val="00CC99"/>
                </a:solidFill>
                <a:latin typeface="Century" panose="02040604050505020304" pitchFamily="18" charset="0"/>
              </a:rPr>
              <a:t>Version Numérique et Digitale</a:t>
            </a:r>
            <a:endParaRPr lang="fr-CI" b="1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D7748E-9423-21D1-959D-AF1CA0C94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346777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>
                <a:solidFill>
                  <a:srgbClr val="00CC99"/>
                </a:solidFill>
              </a:rPr>
              <a:t>2026</a:t>
            </a:r>
            <a:endParaRPr lang="fr-CI" b="1" dirty="0">
              <a:solidFill>
                <a:srgbClr val="00CC99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057FFC-483C-6B31-7629-9F8427AB0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976" y="4407279"/>
            <a:ext cx="1527859" cy="152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3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B8F46-7A46-B1CF-FEE5-A2E8EE73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815"/>
            <a:ext cx="9956751" cy="947853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1-Parcours client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255884-DFBA-2F46-EECC-6523FA30E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492"/>
            <a:ext cx="10691813" cy="5485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Etape 1 </a:t>
            </a:r>
            <a:r>
              <a:rPr lang="fr-FR" sz="2400" dirty="0">
                <a:latin typeface="Century" panose="02040604050505020304" pitchFamily="18" charset="0"/>
              </a:rPr>
              <a:t>-Télécharger Gratuitement l’application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SIRA de Mayelia</a:t>
            </a:r>
            <a:r>
              <a:rPr lang="fr-FR" sz="2400" dirty="0">
                <a:latin typeface="Century" panose="02040604050505020304" pitchFamily="18" charset="0"/>
              </a:rPr>
              <a:t>,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sur Play Store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Etape 2 </a:t>
            </a:r>
            <a:r>
              <a:rPr lang="fr-FR" sz="2400" dirty="0">
                <a:latin typeface="Century" panose="02040604050505020304" pitchFamily="18" charset="0"/>
              </a:rPr>
              <a:t>-Inscrivez vous dans la rubrique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Carte de fidélité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Etape 3 </a:t>
            </a:r>
            <a:r>
              <a:rPr lang="fr-FR" sz="2400" dirty="0">
                <a:latin typeface="Century" panose="02040604050505020304" pitchFamily="18" charset="0"/>
              </a:rPr>
              <a:t>-</a:t>
            </a:r>
            <a:r>
              <a:rPr lang="fr-FR" sz="2400" dirty="0">
                <a:solidFill>
                  <a:srgbClr val="00CC99"/>
                </a:solidFill>
                <a:latin typeface="Century" panose="02040604050505020304" pitchFamily="18" charset="0"/>
              </a:rPr>
              <a:t>Scannez le QR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code en caisse </a:t>
            </a:r>
            <a:r>
              <a:rPr lang="fr-FR" sz="2400" dirty="0">
                <a:latin typeface="Century" panose="02040604050505020304" pitchFamily="18" charset="0"/>
              </a:rPr>
              <a:t>à chaque achat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Etape 4 </a:t>
            </a:r>
            <a:r>
              <a:rPr lang="fr-FR" sz="2400" dirty="0">
                <a:latin typeface="Century" panose="02040604050505020304" pitchFamily="18" charset="0"/>
              </a:rPr>
              <a:t>-Suivez le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total de vos bonus </a:t>
            </a:r>
            <a:r>
              <a:rPr lang="fr-FR" sz="2400" dirty="0">
                <a:latin typeface="Century" panose="02040604050505020304" pitchFamily="18" charset="0"/>
              </a:rPr>
              <a:t>sur votre application mobile</a:t>
            </a: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01BD1D-B958-93BA-91F3-3DADFA018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08" y="3593939"/>
            <a:ext cx="1468689" cy="31302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4D9BF1-A09E-34F9-896A-A2DEA7180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230" y="3634449"/>
            <a:ext cx="1468689" cy="313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5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B9A22-02CC-A6AE-5F14-A64D34ED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363"/>
            <a:ext cx="9956752" cy="883486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2-Portail client- inscription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402563-9ABF-F56D-6C20-63E00C8B9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96366"/>
            <a:ext cx="4564229" cy="5461271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A-Entreprises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Nom entreprise</a:t>
            </a:r>
            <a:r>
              <a:rPr lang="fr-FR" sz="2000" b="1" dirty="0">
                <a:latin typeface="Century" panose="02040604050505020304" pitchFamily="18" charset="0"/>
              </a:rPr>
              <a:t>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SOLIBRA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Registre de commerce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0096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Nom de l’abonné -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Toure Lamine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</a:rPr>
              <a:t>Fonction</a:t>
            </a:r>
            <a:r>
              <a:rPr lang="fr-FR" sz="2000" dirty="0">
                <a:solidFill>
                  <a:srgbClr val="00CC99"/>
                </a:solidFill>
                <a:latin typeface="Century" panose="02040604050505020304" pitchFamily="18" charset="0"/>
              </a:rPr>
              <a:t> :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Gestionnaire Parc Auto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Contact-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0707225561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Carte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0001</a:t>
            </a:r>
          </a:p>
          <a:p>
            <a:pPr marL="0" indent="0">
              <a:buNone/>
            </a:pPr>
            <a:endParaRPr lang="fr-CI" u="sng" dirty="0">
              <a:latin typeface="Century" panose="020406040505050203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16BD1C-670E-5EA5-7468-027DC5FA3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9548" y="1296365"/>
            <a:ext cx="4282633" cy="5116010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B-Particulier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Nom: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Mamadou Keita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Contact: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0707454528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>
                <a:latin typeface="Century" panose="02040604050505020304" pitchFamily="18" charset="0"/>
              </a:rPr>
              <a:t>Carte </a:t>
            </a:r>
            <a:r>
              <a:rPr lang="fr-FR" sz="2000" b="1" dirty="0">
                <a:solidFill>
                  <a:srgbClr val="00CC99"/>
                </a:solidFill>
                <a:latin typeface="Century" panose="02040604050505020304" pitchFamily="18" charset="0"/>
              </a:rPr>
              <a:t>0005</a:t>
            </a:r>
            <a:endParaRPr lang="fr-CI" sz="2000" b="1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0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BFC48F-96C5-41FB-632F-E46B1A1C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56752" cy="1137424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3-Interface Mayelia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5FDA89-9599-B13F-F480-AE9F80FE8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48938"/>
            <a:ext cx="10691813" cy="5486400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1-Date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2-Heure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2-N °Carte fidélité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3-Visite Technique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4-Immatriculation du véhicule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5-Marque du véhicule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6-Couleur du véhicule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7-Station de service</a:t>
            </a: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80258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D35715-6469-A2D5-DE6E-6136956D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268"/>
            <a:ext cx="10303727" cy="1092820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4-Historique d’achats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5A941A-C192-DC95-3AB9-9CE3C33D2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878"/>
            <a:ext cx="10691813" cy="5597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01/05/25-achat -station Cocody –AA-227-AC=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05/05/25 –achat -station Cocody -AA-225-AB=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  <a:endParaRPr lang="fr-FR" sz="24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0001-le10/05/25-achat -station Cocody-1212JZ01=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  <a:endParaRPr lang="fr-FR" sz="24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15/05/25-achat -station Cocody -1827JY01=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15/05/25-achat station Cocody- AA227BZ 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15/05/25 -achat station Cocody -4426BZ01=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0001-le18/05/25- achat station Treichville -4222GY01=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20/05/25-achat station Abobo Adjamé-4455JK01=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 24/05/25-achat station Koumassi -5526GX01=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0001-le25/05/25 -achat station Yopougon -10GY01=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Carte 0001-le26/025/25 -achat station Cocody -2255KG01=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 point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Total carte n°001: </a:t>
            </a:r>
            <a:r>
              <a:rPr lang="fr-FR" sz="2400" b="1" dirty="0">
                <a:solidFill>
                  <a:srgbClr val="00CC99"/>
                </a:solidFill>
                <a:latin typeface="Century" panose="02040604050505020304" pitchFamily="18" charset="0"/>
              </a:rPr>
              <a:t>12 points</a:t>
            </a:r>
            <a:endParaRPr lang="fr-CI" sz="2400" b="1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52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BA56-0438-3B1E-127D-09B480D7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6751" cy="1238491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5-Règles de Gestions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6541CF-A491-A52B-2A5E-F86C48F3C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491"/>
            <a:ext cx="10691813" cy="5532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La carte de fidélité permet de récompenser les clients particuliers et les entreprises en effectuant leurs visites techniques sur l’ensemble de nos stations.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1-Types de cartes 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Particuliers</a:t>
            </a: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Destiné aux propriétaires de véhicules particulier,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Entreprises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Destiné aux Entreprises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Administrations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Gestionnaire parc auto 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2-Conditions d’inscription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L’adhésion est gratuite.</a:t>
            </a: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01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D709F-5FC1-BC8B-CE90-DFACAD55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405641" cy="1122744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6-Règles de Gestions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54B3A2-9B22-4D5C-913A-B01AD25C9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50067"/>
            <a:ext cx="10691813" cy="5509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3-Informations requises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Nom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Prénom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Contact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4-Pour les Entreprises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Nom de l’entreprise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Nom du responsable de compte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Numero téléphone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Le client reçoit :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Une carte physique avec QR code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Une carte numérique accessible depuis l’application mobile SIRA</a:t>
            </a:r>
          </a:p>
        </p:txBody>
      </p:sp>
    </p:spTree>
    <p:extLst>
      <p:ext uri="{BB962C8B-B14F-4D97-AF65-F5344CB8AC3E}">
        <p14:creationId xmlns:p14="http://schemas.microsoft.com/office/powerpoint/2010/main" val="23743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E2CC3A-AD66-7A84-880B-8127CD09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852579" cy="960699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7-Règles de Gestions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1229-C542-1EBB-313F-C742FC4C5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4319"/>
            <a:ext cx="10691813" cy="5636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5-Attribution des points</a:t>
            </a:r>
          </a:p>
          <a:p>
            <a:r>
              <a:rPr lang="fr-FR" sz="2400" dirty="0">
                <a:latin typeface="Century" panose="02040604050505020304" pitchFamily="18" charset="0"/>
              </a:rPr>
              <a:t>1 visite technique réalisée=1 point de fidélité</a:t>
            </a:r>
          </a:p>
          <a:p>
            <a:r>
              <a:rPr lang="fr-FR" sz="2400" dirty="0">
                <a:latin typeface="Century" panose="02040604050505020304" pitchFamily="18" charset="0"/>
              </a:rPr>
              <a:t>Les points sont attribués uniquement après paiement de la prestation</a:t>
            </a:r>
          </a:p>
          <a:p>
            <a:r>
              <a:rPr lang="fr-FR" sz="2400" dirty="0">
                <a:latin typeface="Century" panose="02040604050505020304" pitchFamily="18" charset="0"/>
              </a:rPr>
              <a:t>Le QR code doit être scanné en caisse pour valider le point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Les points sont automatiquement enregistrés dans le compte du client 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6-Consultation des points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 Le client peut :</a:t>
            </a:r>
          </a:p>
          <a:p>
            <a:r>
              <a:rPr lang="fr-FR" sz="2400" dirty="0">
                <a:latin typeface="Century" panose="02040604050505020304" pitchFamily="18" charset="0"/>
              </a:rPr>
              <a:t>Consulter son solde de points via l’application mobile</a:t>
            </a:r>
          </a:p>
          <a:p>
            <a:r>
              <a:rPr lang="fr-FR" sz="2400" dirty="0">
                <a:latin typeface="Century" panose="02040604050505020304" pitchFamily="18" charset="0"/>
              </a:rPr>
              <a:t>Consultez l’historique de ses visites </a:t>
            </a:r>
          </a:p>
          <a:p>
            <a:r>
              <a:rPr lang="fr-FR" sz="2400" dirty="0">
                <a:latin typeface="Century" panose="02040604050505020304" pitchFamily="18" charset="0"/>
              </a:rPr>
              <a:t>Recevoir des notifications sur ses avantages et promotions.</a:t>
            </a: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02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71C67-9CC3-DAD0-098D-8F7BB6BE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748"/>
            <a:ext cx="10579261" cy="983848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8-Règles de Gestions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5F0292-2FD5-1BC4-9932-A833880DA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4238"/>
            <a:ext cx="10691813" cy="52896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7-Récompenses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Les récompenses sont accordées selon le nombre de points cumulées.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Lorsque le client atteint le quota défini, il obtient automatiquement un lot ou un avantage.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Apres l’attribution du lot le compteur est remis à zéro .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Un nouveau cycle de fidélité recommence .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8-Utilisation dans le réseau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La carte est valable dans l’ensemble des 20 stations du réseau.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Les points cumulés dans une station sont utilisables dans toutes les autres stations.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9-Perte ou changement de téléphone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Les points étant enregistrés dans la base de données, le client conserve ses avantages après vérification de son identité</a:t>
            </a: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38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45CC6-9CDF-89DA-DB5E-6B5142F3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1813" cy="1307939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9-Règles de Gestions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C4E92C-F0A5-BD6D-027A-3E04A4D1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939"/>
            <a:ext cx="10691813" cy="5428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10-Fraude et utilisation abusive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Toute tentative de fraude ,falsification de QR code ou utilisation non autorisée peut entrainer :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La suspension du compte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L’annulation des points requis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11-Modifications du Programme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l’entreprise se réserve le droit de modifier les conditions du programme de fidélité après information des clients.</a:t>
            </a: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2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8544-4130-A330-CC2C-7EFB3F19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8649B-CA7B-B952-EB76-39A3487F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3656"/>
            <a:ext cx="9567747" cy="931466"/>
          </a:xfrm>
        </p:spPr>
        <p:txBody>
          <a:bodyPr/>
          <a:lstStyle/>
          <a:p>
            <a:r>
              <a:rPr lang="fr-FR" sz="4800" b="1" u="sng" dirty="0">
                <a:solidFill>
                  <a:srgbClr val="00CC99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10-Bonus clients</a:t>
            </a:r>
            <a:endParaRPr lang="fr-CI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DE09B8-B1D2-A264-8A40-A59F43324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15123"/>
            <a:ext cx="4631937" cy="621658"/>
          </a:xfrm>
        </p:spPr>
        <p:txBody>
          <a:bodyPr/>
          <a:lstStyle/>
          <a:p>
            <a:r>
              <a:rPr lang="fr-FR" u="sng" dirty="0">
                <a:solidFill>
                  <a:srgbClr val="00CC99"/>
                </a:solidFill>
                <a:latin typeface="Century" panose="02040604050505020304" pitchFamily="18" charset="0"/>
              </a:rPr>
              <a:t>Points Fidélités</a:t>
            </a:r>
            <a:endParaRPr lang="fr-CI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9C02CE-8B24-7448-7041-C349610A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" y="1944547"/>
            <a:ext cx="4247908" cy="4779637"/>
          </a:xfrm>
        </p:spPr>
        <p:txBody>
          <a:bodyPr>
            <a:normAutofit/>
          </a:bodyPr>
          <a:lstStyle/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000" b="1" dirty="0">
                <a:solidFill>
                  <a:srgbClr val="00CC99"/>
                </a:solidFill>
                <a:latin typeface="Aptos Slab" panose="020F0502020204030204" pitchFamily="34" charset="0"/>
                <a:ea typeface="Batang" panose="02030600000101010101" pitchFamily="18" charset="-127"/>
              </a:rPr>
              <a:t>50 points </a:t>
            </a:r>
            <a:r>
              <a:rPr lang="fr-FR" sz="20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= Bon d’achat soccocé 15,000f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ptos Slab" panose="020B0004020202020204" pitchFamily="34" charset="0"/>
                <a:ea typeface="Batang" panose="02030600000101010101" pitchFamily="18" charset="-127"/>
              </a:rPr>
              <a:t>100 points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= Bon d’achat soccocé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15000f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+bon carburant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15000f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300 points </a:t>
            </a:r>
            <a:r>
              <a:rPr lang="fr-FR" sz="2000" dirty="0">
                <a:solidFill>
                  <a:prstClr val="black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=  Phone X 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5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00 points=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 Télévision +1 mois d’abonnement canal +</a:t>
            </a:r>
            <a:endParaRPr lang="fr-FR" sz="2000" b="1" dirty="0">
              <a:solidFill>
                <a:srgbClr val="00CC99"/>
              </a:solidFill>
              <a:latin typeface="Aptos Serif" panose="02020604070405020304" pitchFamily="18" charset="0"/>
              <a:ea typeface="Batang" panose="02030600000101010101" pitchFamily="18" charset="-127"/>
              <a:cs typeface="Aptos Serif" panose="02020604070405020304" pitchFamily="18" charset="0"/>
            </a:endParaRP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6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00 points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=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moto tricycle 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ED9DE5-964E-ADD3-C3F1-6505FF1C5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22335" y="1115122"/>
            <a:ext cx="4935810" cy="621658"/>
          </a:xfrm>
        </p:spPr>
        <p:txBody>
          <a:bodyPr/>
          <a:lstStyle/>
          <a:p>
            <a:r>
              <a:rPr lang="fr-FR" b="0" u="sng" dirty="0">
                <a:solidFill>
                  <a:srgbClr val="00CC99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Points Fidélités</a:t>
            </a:r>
            <a:endParaRPr lang="fr-CI" b="0" u="sng" dirty="0">
              <a:solidFill>
                <a:srgbClr val="00CC99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8B529F-EBA8-41F4-D723-30E677D66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1937" y="1944547"/>
            <a:ext cx="4846495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1000 points </a:t>
            </a:r>
            <a:r>
              <a:rPr lang="fr-FR" sz="2000" dirty="0"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= Bons d’achat d’une valeur de </a:t>
            </a: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300,000f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5000 points </a:t>
            </a:r>
            <a:r>
              <a:rPr lang="fr-FR" sz="2000" dirty="0"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= I phone 17 pro max+150,000f</a:t>
            </a:r>
          </a:p>
          <a:p>
            <a:pPr marL="0" indent="0">
              <a:buNone/>
            </a:pP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10000 points</a:t>
            </a:r>
            <a:r>
              <a:rPr lang="fr-FR" sz="2000" dirty="0"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= Bons d’achats d’une valeur de </a:t>
            </a:r>
            <a:r>
              <a:rPr lang="fr-FR" sz="2000" b="1" dirty="0">
                <a:solidFill>
                  <a:srgbClr val="00CC99"/>
                </a:solidFill>
                <a:latin typeface="Aptos Serif" panose="02020604070405020304" pitchFamily="18" charset="0"/>
                <a:ea typeface="Batang" panose="02030600000101010101" pitchFamily="18" charset="-127"/>
                <a:cs typeface="Aptos Serif" panose="02020604070405020304" pitchFamily="18" charset="0"/>
              </a:rPr>
              <a:t>500,000f</a:t>
            </a:r>
            <a:endParaRPr lang="fr-CI" sz="2000" b="1" dirty="0">
              <a:solidFill>
                <a:srgbClr val="00CC99"/>
              </a:solidFill>
              <a:latin typeface="Aptos Serif" panose="02020604070405020304" pitchFamily="18" charset="0"/>
              <a:ea typeface="Batang" panose="02030600000101010101" pitchFamily="18" charset="-127"/>
              <a:cs typeface="Aptos Serif" panose="0202060407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37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9EC86B-1303-BFD3-7E95-C0EE4AFD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6751" cy="1293541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11- Support physique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3530EB3-BB42-3A05-D273-75FAA0A8C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697" y="1574357"/>
            <a:ext cx="8729205" cy="48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5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6855C-70DA-1E02-11EB-87F5307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I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90DDBF36-1B9A-8649-FAB6-7F94DAC6C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97" y="277792"/>
            <a:ext cx="9864153" cy="63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1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2E23FE-879D-0F0B-77C7-0C2D44ED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1" y="2821260"/>
            <a:ext cx="10468847" cy="1137424"/>
          </a:xfrm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00CC99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Faites le plein de bonus sur toutes les stations mayelia de Cote d’Ivoire !</a:t>
            </a:r>
            <a:endParaRPr lang="fr-CI" sz="3600" b="1" dirty="0">
              <a:solidFill>
                <a:srgbClr val="00CC99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2737EA-954E-3C07-66A8-C38F44547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3541" y="4605455"/>
            <a:ext cx="7734712" cy="680223"/>
          </a:xfrm>
        </p:spPr>
        <p:txBody>
          <a:bodyPr>
            <a:noAutofit/>
          </a:bodyPr>
          <a:lstStyle/>
          <a:p>
            <a:pPr algn="ctr"/>
            <a:r>
              <a:rPr lang="fr-FR" sz="5400" b="1" dirty="0">
                <a:solidFill>
                  <a:srgbClr val="00CC99"/>
                </a:solidFill>
                <a:latin typeface="Arabic Typesetting" panose="03020402040406030203" pitchFamily="66" charset="-78"/>
                <a:ea typeface="Batang" panose="02030600000101010101" pitchFamily="18" charset="-127"/>
                <a:cs typeface="Arabic Typesetting" panose="03020402040406030203" pitchFamily="66" charset="-78"/>
              </a:rPr>
              <a:t>Programme Fidélisation client </a:t>
            </a:r>
            <a:endParaRPr lang="fr-CI" sz="5400" b="1" dirty="0">
              <a:solidFill>
                <a:srgbClr val="00CC99"/>
              </a:solidFill>
              <a:latin typeface="Arabic Typesetting" panose="03020402040406030203" pitchFamily="66" charset="-78"/>
              <a:ea typeface="Batang" panose="02030600000101010101" pitchFamily="18" charset="-127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6705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25824</TotalTime>
  <Words>646</Words>
  <Application>Microsoft Office PowerPoint</Application>
  <PresentationFormat>Personnalisé</PresentationFormat>
  <Paragraphs>115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Batang</vt:lpstr>
      <vt:lpstr>Aptos</vt:lpstr>
      <vt:lpstr>Aptos Display</vt:lpstr>
      <vt:lpstr>Aptos Serif</vt:lpstr>
      <vt:lpstr>Aptos Slab</vt:lpstr>
      <vt:lpstr>Arabic Typesetting</vt:lpstr>
      <vt:lpstr>Arial</vt:lpstr>
      <vt:lpstr>Century</vt:lpstr>
      <vt:lpstr>Century Schoolbook</vt:lpstr>
      <vt:lpstr>Wingdings</vt:lpstr>
      <vt:lpstr>Thème Office</vt:lpstr>
      <vt:lpstr>Présentation PowerPoint</vt:lpstr>
      <vt:lpstr>Version Numérique et Digitale</vt:lpstr>
      <vt:lpstr>1-Parcours client</vt:lpstr>
      <vt:lpstr>2-Portail client- inscription</vt:lpstr>
      <vt:lpstr>3-Interface Mayelia</vt:lpstr>
      <vt:lpstr>4-Historique d’achats </vt:lpstr>
      <vt:lpstr>5-Règles de Gestions</vt:lpstr>
      <vt:lpstr>6-Règles de Gestions</vt:lpstr>
      <vt:lpstr>7-Règles de Gestions</vt:lpstr>
      <vt:lpstr>8-Règles de Gestions</vt:lpstr>
      <vt:lpstr>9-Règles de Gestions</vt:lpstr>
      <vt:lpstr>10-Bonus clients</vt:lpstr>
      <vt:lpstr>11- Support physique </vt:lpstr>
      <vt:lpstr>Présentation PowerPoint</vt:lpstr>
      <vt:lpstr>Faites le plein de bonus sur toutes les stations mayelia de Cote d’Ivoire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Ira Marius N'Goran | MAYELIA AUTOMOTIVE</dc:creator>
  <cp:lastModifiedBy>Dédé Fatima  AGBODAN | MACI</cp:lastModifiedBy>
  <cp:revision>12</cp:revision>
  <cp:lastPrinted>2025-04-22T08:28:07Z</cp:lastPrinted>
  <dcterms:created xsi:type="dcterms:W3CDTF">2024-09-02T10:32:16Z</dcterms:created>
  <dcterms:modified xsi:type="dcterms:W3CDTF">2026-06-10T17:08:48Z</dcterms:modified>
</cp:coreProperties>
</file>