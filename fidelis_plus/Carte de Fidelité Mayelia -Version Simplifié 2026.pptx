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9" r:id="rId3"/>
    <p:sldId id="271" r:id="rId4"/>
    <p:sldId id="272" r:id="rId5"/>
    <p:sldId id="274" r:id="rId6"/>
    <p:sldId id="273" r:id="rId7"/>
  </p:sldIdLst>
  <p:sldSz cx="10691813" cy="7559675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29F7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CB13C-ADE3-49D0-8C7A-7F6591285F3F}" v="7" dt="2026-02-04T16:46:49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72" d="100"/>
          <a:sy n="72" d="100"/>
        </p:scale>
        <p:origin x="5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édé Fatima  AGBODAN | MACI" userId="284415b2-b7fe-462d-987f-0c22c28280d3" providerId="ADAL" clId="{ABEACF95-C02C-4C7E-9A0B-9E164EB343A3}"/>
    <pc:docChg chg="custSel addSld delSld modSld">
      <pc:chgData name="Dédé Fatima  AGBODAN | MACI" userId="284415b2-b7fe-462d-987f-0c22c28280d3" providerId="ADAL" clId="{ABEACF95-C02C-4C7E-9A0B-9E164EB343A3}" dt="2026-02-04T16:48:15.383" v="3547" actId="14100"/>
      <pc:docMkLst>
        <pc:docMk/>
      </pc:docMkLst>
      <pc:sldChg chg="modSp mod">
        <pc:chgData name="Dédé Fatima  AGBODAN | MACI" userId="284415b2-b7fe-462d-987f-0c22c28280d3" providerId="ADAL" clId="{ABEACF95-C02C-4C7E-9A0B-9E164EB343A3}" dt="2026-02-03T15:59:25.933" v="111" actId="20577"/>
        <pc:sldMkLst>
          <pc:docMk/>
          <pc:sldMk cId="2632170266" sldId="256"/>
        </pc:sldMkLst>
        <pc:spChg chg="mod">
          <ac:chgData name="Dédé Fatima  AGBODAN | MACI" userId="284415b2-b7fe-462d-987f-0c22c28280d3" providerId="ADAL" clId="{ABEACF95-C02C-4C7E-9A0B-9E164EB343A3}" dt="2026-02-03T15:59:25.933" v="111" actId="20577"/>
          <ac:spMkLst>
            <pc:docMk/>
            <pc:sldMk cId="2632170266" sldId="256"/>
            <ac:spMk id="2" creationId="{08938B1E-D623-9075-F19C-A3B3545D43AB}"/>
          </ac:spMkLst>
        </pc:spChg>
      </pc:sldChg>
      <pc:sldChg chg="modSp mod">
        <pc:chgData name="Dédé Fatima  AGBODAN | MACI" userId="284415b2-b7fe-462d-987f-0c22c28280d3" providerId="ADAL" clId="{ABEACF95-C02C-4C7E-9A0B-9E164EB343A3}" dt="2026-02-04T16:25:45.221" v="3528" actId="255"/>
        <pc:sldMkLst>
          <pc:docMk/>
          <pc:sldMk cId="3900102876" sldId="269"/>
        </pc:sldMkLst>
        <pc:spChg chg="mod">
          <ac:chgData name="Dédé Fatima  AGBODAN | MACI" userId="284415b2-b7fe-462d-987f-0c22c28280d3" providerId="ADAL" clId="{ABEACF95-C02C-4C7E-9A0B-9E164EB343A3}" dt="2026-02-04T11:28:10.576" v="1780" actId="14100"/>
          <ac:spMkLst>
            <pc:docMk/>
            <pc:sldMk cId="3900102876" sldId="269"/>
            <ac:spMk id="2" creationId="{E0765A2E-D967-F04C-7C0A-B3A6439BE906}"/>
          </ac:spMkLst>
        </pc:spChg>
        <pc:spChg chg="mod">
          <ac:chgData name="Dédé Fatima  AGBODAN | MACI" userId="284415b2-b7fe-462d-987f-0c22c28280d3" providerId="ADAL" clId="{ABEACF95-C02C-4C7E-9A0B-9E164EB343A3}" dt="2026-02-04T16:25:45.221" v="3528" actId="255"/>
          <ac:spMkLst>
            <pc:docMk/>
            <pc:sldMk cId="3900102876" sldId="269"/>
            <ac:spMk id="3" creationId="{ED01FF9B-F123-53A7-0606-1DCDBC7CD12D}"/>
          </ac:spMkLst>
        </pc:spChg>
      </pc:sldChg>
      <pc:sldChg chg="modSp mod">
        <pc:chgData name="Dédé Fatima  AGBODAN | MACI" userId="284415b2-b7fe-462d-987f-0c22c28280d3" providerId="ADAL" clId="{ABEACF95-C02C-4C7E-9A0B-9E164EB343A3}" dt="2026-02-04T16:26:07.124" v="3529" actId="20577"/>
        <pc:sldMkLst>
          <pc:docMk/>
          <pc:sldMk cId="2413165911" sldId="271"/>
        </pc:sldMkLst>
        <pc:spChg chg="mod">
          <ac:chgData name="Dédé Fatima  AGBODAN | MACI" userId="284415b2-b7fe-462d-987f-0c22c28280d3" providerId="ADAL" clId="{ABEACF95-C02C-4C7E-9A0B-9E164EB343A3}" dt="2026-02-04T11:29:09.047" v="1784" actId="14100"/>
          <ac:spMkLst>
            <pc:docMk/>
            <pc:sldMk cId="2413165911" sldId="271"/>
            <ac:spMk id="2" creationId="{42053EB5-D44A-E7F9-DD5C-5161BB362354}"/>
          </ac:spMkLst>
        </pc:spChg>
        <pc:spChg chg="mod">
          <ac:chgData name="Dédé Fatima  AGBODAN | MACI" userId="284415b2-b7fe-462d-987f-0c22c28280d3" providerId="ADAL" clId="{ABEACF95-C02C-4C7E-9A0B-9E164EB343A3}" dt="2026-02-04T16:14:58.253" v="2640" actId="20577"/>
          <ac:spMkLst>
            <pc:docMk/>
            <pc:sldMk cId="2413165911" sldId="271"/>
            <ac:spMk id="3" creationId="{0C21E273-5DD9-F3D5-03C4-F043E01CC6C2}"/>
          </ac:spMkLst>
        </pc:spChg>
        <pc:spChg chg="mod">
          <ac:chgData name="Dédé Fatima  AGBODAN | MACI" userId="284415b2-b7fe-462d-987f-0c22c28280d3" providerId="ADAL" clId="{ABEACF95-C02C-4C7E-9A0B-9E164EB343A3}" dt="2026-02-04T16:26:07.124" v="3529" actId="20577"/>
          <ac:spMkLst>
            <pc:docMk/>
            <pc:sldMk cId="2413165911" sldId="271"/>
            <ac:spMk id="4" creationId="{C4F44D5A-3E62-A01B-CAED-F5315270AD18}"/>
          </ac:spMkLst>
        </pc:spChg>
        <pc:picChg chg="mod">
          <ac:chgData name="Dédé Fatima  AGBODAN | MACI" userId="284415b2-b7fe-462d-987f-0c22c28280d3" providerId="ADAL" clId="{ABEACF95-C02C-4C7E-9A0B-9E164EB343A3}" dt="2026-02-04T11:06:11.880" v="1533" actId="1076"/>
          <ac:picMkLst>
            <pc:docMk/>
            <pc:sldMk cId="2413165911" sldId="271"/>
            <ac:picMk id="5" creationId="{82863369-D41C-CA93-4EE5-CB4919E25E20}"/>
          </ac:picMkLst>
        </pc:picChg>
      </pc:sldChg>
      <pc:sldChg chg="modSp mod">
        <pc:chgData name="Dédé Fatima  AGBODAN | MACI" userId="284415b2-b7fe-462d-987f-0c22c28280d3" providerId="ADAL" clId="{ABEACF95-C02C-4C7E-9A0B-9E164EB343A3}" dt="2026-02-04T16:21:12.115" v="3305" actId="313"/>
        <pc:sldMkLst>
          <pc:docMk/>
          <pc:sldMk cId="982341253" sldId="272"/>
        </pc:sldMkLst>
        <pc:spChg chg="mod">
          <ac:chgData name="Dédé Fatima  AGBODAN | MACI" userId="284415b2-b7fe-462d-987f-0c22c28280d3" providerId="ADAL" clId="{ABEACF95-C02C-4C7E-9A0B-9E164EB343A3}" dt="2026-02-04T11:27:39.361" v="1777" actId="14100"/>
          <ac:spMkLst>
            <pc:docMk/>
            <pc:sldMk cId="982341253" sldId="272"/>
            <ac:spMk id="2" creationId="{63147A8C-35DC-1A12-46D9-1464AEBF81CD}"/>
          </ac:spMkLst>
        </pc:spChg>
        <pc:spChg chg="mod">
          <ac:chgData name="Dédé Fatima  AGBODAN | MACI" userId="284415b2-b7fe-462d-987f-0c22c28280d3" providerId="ADAL" clId="{ABEACF95-C02C-4C7E-9A0B-9E164EB343A3}" dt="2026-02-04T16:21:12.115" v="3305" actId="313"/>
          <ac:spMkLst>
            <pc:docMk/>
            <pc:sldMk cId="982341253" sldId="272"/>
            <ac:spMk id="3" creationId="{166AF0BD-E4FA-2381-4137-F9301DD2A0AD}"/>
          </ac:spMkLst>
        </pc:spChg>
      </pc:sldChg>
      <pc:sldChg chg="modSp del mod">
        <pc:chgData name="Dédé Fatima  AGBODAN | MACI" userId="284415b2-b7fe-462d-987f-0c22c28280d3" providerId="ADAL" clId="{ABEACF95-C02C-4C7E-9A0B-9E164EB343A3}" dt="2026-02-04T11:25:03.363" v="1716" actId="2696"/>
        <pc:sldMkLst>
          <pc:docMk/>
          <pc:sldMk cId="635036141" sldId="273"/>
        </pc:sldMkLst>
        <pc:spChg chg="mod">
          <ac:chgData name="Dédé Fatima  AGBODAN | MACI" userId="284415b2-b7fe-462d-987f-0c22c28280d3" providerId="ADAL" clId="{ABEACF95-C02C-4C7E-9A0B-9E164EB343A3}" dt="2026-02-03T15:58:50.531" v="49" actId="313"/>
          <ac:spMkLst>
            <pc:docMk/>
            <pc:sldMk cId="635036141" sldId="273"/>
            <ac:spMk id="2" creationId="{A4AB92F8-D0B8-BBBB-F6D9-BADE0BB8552A}"/>
          </ac:spMkLst>
        </pc:spChg>
      </pc:sldChg>
      <pc:sldChg chg="addSp modSp add mod">
        <pc:chgData name="Dédé Fatima  AGBODAN | MACI" userId="284415b2-b7fe-462d-987f-0c22c28280d3" providerId="ADAL" clId="{ABEACF95-C02C-4C7E-9A0B-9E164EB343A3}" dt="2026-02-04T16:48:15.383" v="3547" actId="14100"/>
        <pc:sldMkLst>
          <pc:docMk/>
          <pc:sldMk cId="2055886446" sldId="273"/>
        </pc:sldMkLst>
        <pc:spChg chg="mod">
          <ac:chgData name="Dédé Fatima  AGBODAN | MACI" userId="284415b2-b7fe-462d-987f-0c22c28280d3" providerId="ADAL" clId="{ABEACF95-C02C-4C7E-9A0B-9E164EB343A3}" dt="2026-02-04T16:16:35.380" v="2883" actId="20577"/>
          <ac:spMkLst>
            <pc:docMk/>
            <pc:sldMk cId="2055886446" sldId="273"/>
            <ac:spMk id="2" creationId="{A8374ECB-C965-F5ED-1472-A4D78284CCBE}"/>
          </ac:spMkLst>
        </pc:spChg>
        <pc:spChg chg="mod">
          <ac:chgData name="Dédé Fatima  AGBODAN | MACI" userId="284415b2-b7fe-462d-987f-0c22c28280d3" providerId="ADAL" clId="{ABEACF95-C02C-4C7E-9A0B-9E164EB343A3}" dt="2026-02-04T16:20:59.964" v="3304" actId="20577"/>
          <ac:spMkLst>
            <pc:docMk/>
            <pc:sldMk cId="2055886446" sldId="273"/>
            <ac:spMk id="3" creationId="{52C3606F-2E80-E7C2-97C1-C553F81C9034}"/>
          </ac:spMkLst>
        </pc:spChg>
        <pc:picChg chg="add mod">
          <ac:chgData name="Dédé Fatima  AGBODAN | MACI" userId="284415b2-b7fe-462d-987f-0c22c28280d3" providerId="ADAL" clId="{ABEACF95-C02C-4C7E-9A0B-9E164EB343A3}" dt="2026-02-04T16:48:15.383" v="3547" actId="14100"/>
          <ac:picMkLst>
            <pc:docMk/>
            <pc:sldMk cId="2055886446" sldId="273"/>
            <ac:picMk id="4" creationId="{D00071FF-8311-FCF6-17FD-B0B25B7F165C}"/>
          </ac:picMkLst>
        </pc:picChg>
      </pc:sldChg>
      <pc:sldChg chg="addSp delSp modSp add mod">
        <pc:chgData name="Dédé Fatima  AGBODAN | MACI" userId="284415b2-b7fe-462d-987f-0c22c28280d3" providerId="ADAL" clId="{ABEACF95-C02C-4C7E-9A0B-9E164EB343A3}" dt="2026-02-04T16:25:03.155" v="3508"/>
        <pc:sldMkLst>
          <pc:docMk/>
          <pc:sldMk cId="4057913560" sldId="274"/>
        </pc:sldMkLst>
        <pc:spChg chg="mod">
          <ac:chgData name="Dédé Fatima  AGBODAN | MACI" userId="284415b2-b7fe-462d-987f-0c22c28280d3" providerId="ADAL" clId="{ABEACF95-C02C-4C7E-9A0B-9E164EB343A3}" dt="2026-02-04T16:24:22.176" v="3507" actId="20577"/>
          <ac:spMkLst>
            <pc:docMk/>
            <pc:sldMk cId="4057913560" sldId="274"/>
            <ac:spMk id="2" creationId="{1D8F42ED-DA50-1988-78AF-AFD06EB10034}"/>
          </ac:spMkLst>
        </pc:spChg>
        <pc:spChg chg="del mod">
          <ac:chgData name="Dédé Fatima  AGBODAN | MACI" userId="284415b2-b7fe-462d-987f-0c22c28280d3" providerId="ADAL" clId="{ABEACF95-C02C-4C7E-9A0B-9E164EB343A3}" dt="2026-02-04T16:25:03.155" v="3508"/>
          <ac:spMkLst>
            <pc:docMk/>
            <pc:sldMk cId="4057913560" sldId="274"/>
            <ac:spMk id="3" creationId="{7A322559-1B1C-55D5-CFBB-5B6F719BBB19}"/>
          </ac:spMkLst>
        </pc:spChg>
        <pc:graphicFrameChg chg="add mod">
          <ac:chgData name="Dédé Fatima  AGBODAN | MACI" userId="284415b2-b7fe-462d-987f-0c22c28280d3" providerId="ADAL" clId="{ABEACF95-C02C-4C7E-9A0B-9E164EB343A3}" dt="2026-02-04T16:25:03.155" v="3508"/>
          <ac:graphicFrameMkLst>
            <pc:docMk/>
            <pc:sldMk cId="4057913560" sldId="274"/>
            <ac:graphicFrameMk id="4" creationId="{8BF2BDDE-583D-DB96-56DC-F7C3F897C91F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312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17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634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194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70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233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89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17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78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2847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10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6E448-7D2B-3247-B12B-1DB75E6C99D4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88324-8340-5449-B2C1-EC9CB96C42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30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otor.noparking.kr/126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938B1E-D623-9075-F19C-A3B3545D43AB}"/>
              </a:ext>
            </a:extLst>
          </p:cNvPr>
          <p:cNvSpPr>
            <a:spLocks noGrp="1"/>
          </p:cNvSpPr>
          <p:nvPr/>
        </p:nvSpPr>
        <p:spPr>
          <a:xfrm>
            <a:off x="271081" y="2561874"/>
            <a:ext cx="10149649" cy="8309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000" b="1" dirty="0">
                <a:solidFill>
                  <a:srgbClr val="00CC99"/>
                </a:solidFill>
                <a:latin typeface="Amasis MT Pro" panose="02040504050005020304" pitchFamily="18" charset="0"/>
              </a:rPr>
              <a:t>Carte de Fidelité Mayelia</a:t>
            </a:r>
            <a:endParaRPr lang="fr-CI" sz="5000" b="1" dirty="0">
              <a:solidFill>
                <a:srgbClr val="00CC99"/>
              </a:solidFill>
              <a:latin typeface="Amasis MT Pro" panose="020405040500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32F7BCB-F4CC-7754-6B7F-1B87972B39AF}"/>
              </a:ext>
            </a:extLst>
          </p:cNvPr>
          <p:cNvSpPr txBox="1"/>
          <p:nvPr/>
        </p:nvSpPr>
        <p:spPr>
          <a:xfrm>
            <a:off x="1699708" y="3919376"/>
            <a:ext cx="7702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800" b="1" dirty="0">
                <a:solidFill>
                  <a:srgbClr val="00CC99"/>
                </a:solidFill>
                <a:latin typeface="Amasis MT Pro" panose="02040504050005020304" pitchFamily="18" charset="0"/>
              </a:rPr>
              <a:t>MACI 2026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263217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765A2E-D967-F04C-7C0A-B3A6439BE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56751" cy="818633"/>
          </a:xfrm>
        </p:spPr>
        <p:txBody>
          <a:bodyPr>
            <a:normAutofit/>
          </a:bodyPr>
          <a:lstStyle/>
          <a:p>
            <a:r>
              <a:rPr lang="fr-FR" sz="32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1-Contexte</a:t>
            </a:r>
            <a:endParaRPr lang="fr-CI" sz="32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01FF9B-F123-53A7-0606-1DCDBC7CD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5665"/>
            <a:ext cx="10691813" cy="58053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….</a:t>
            </a:r>
          </a:p>
          <a:p>
            <a:pPr marL="0" indent="0">
              <a:buNone/>
            </a:pPr>
            <a:endParaRPr lang="fr-FR" sz="2800" dirty="0">
              <a:latin typeface="Century" panose="02040604050505020304" pitchFamily="18" charset="0"/>
            </a:endParaRPr>
          </a:p>
          <a:p>
            <a:r>
              <a:rPr lang="fr-FR" sz="28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Cibles  </a:t>
            </a:r>
            <a:endParaRPr lang="fr-FR" sz="2400" dirty="0">
              <a:latin typeface="Century" panose="02040604050505020304" pitchFamily="18" charset="0"/>
            </a:endParaRPr>
          </a:p>
          <a:p>
            <a:r>
              <a:rPr lang="fr-FR" sz="1800" dirty="0">
                <a:latin typeface="Century" panose="02040604050505020304" pitchFamily="18" charset="0"/>
              </a:rPr>
              <a:t>Garages</a:t>
            </a:r>
          </a:p>
          <a:p>
            <a:r>
              <a:rPr lang="fr-FR" sz="1800" dirty="0">
                <a:latin typeface="Century" panose="02040604050505020304" pitchFamily="18" charset="0"/>
              </a:rPr>
              <a:t>Apporteurs d’affaires</a:t>
            </a:r>
          </a:p>
          <a:p>
            <a:r>
              <a:rPr lang="fr-FR" sz="1800" dirty="0">
                <a:latin typeface="Century" panose="02040604050505020304" pitchFamily="18" charset="0"/>
              </a:rPr>
              <a:t>Entreprises </a:t>
            </a:r>
          </a:p>
          <a:p>
            <a:r>
              <a:rPr lang="fr-FR" sz="1800" dirty="0">
                <a:latin typeface="Century" panose="02040604050505020304" pitchFamily="18" charset="0"/>
              </a:rPr>
              <a:t>Particuliers</a:t>
            </a:r>
          </a:p>
          <a:p>
            <a:pPr marL="0" indent="0">
              <a:buNone/>
            </a:pPr>
            <a:endParaRPr lang="fr-FR" sz="18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24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Objectifs</a:t>
            </a:r>
            <a:endParaRPr lang="fr-CI" sz="24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10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53EB5-D44A-E7F9-DD5C-5161BB36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691813" cy="962172"/>
          </a:xfrm>
        </p:spPr>
        <p:txBody>
          <a:bodyPr>
            <a:normAutofit/>
          </a:bodyPr>
          <a:lstStyle/>
          <a:p>
            <a:r>
              <a:rPr lang="fr-FR" sz="36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2-Carte de Fidelité Mayelia</a:t>
            </a:r>
            <a:endParaRPr lang="fr-CI" sz="36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21E273-5DD9-F3D5-03C4-F043E01CC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137685"/>
            <a:ext cx="5279085" cy="5613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u="sng" dirty="0">
                <a:latin typeface="Century" panose="02040604050505020304" pitchFamily="18" charset="0"/>
              </a:rPr>
              <a:t>1-Gros clients (plus de 10 véhicules )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  <a:p>
            <a:pPr marL="251986" marR="0" lvl="0" indent="-251986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Garages </a:t>
            </a:r>
          </a:p>
          <a:p>
            <a:pPr marL="251986" marR="0" lvl="0" indent="-251986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Apporteurs </a:t>
            </a:r>
          </a:p>
          <a:p>
            <a:pPr marL="251986" marR="0" lvl="0" indent="-251986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Entreprises </a:t>
            </a:r>
            <a:endParaRPr lang="fr-FR" sz="1800" dirty="0">
              <a:solidFill>
                <a:prstClr val="black"/>
              </a:solidFill>
              <a:latin typeface="Century" panose="02040604050505020304" pitchFamily="18" charset="0"/>
            </a:endParaRP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fr-FR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A-Avantages avec la Carte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fr-CI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500F</a:t>
            </a:r>
            <a:r>
              <a:rPr kumimoji="0" lang="fr-CI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 sur chaque véhicule apporté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r-CI" sz="1800" dirty="0">
                <a:solidFill>
                  <a:prstClr val="black"/>
                </a:solidFill>
                <a:latin typeface="Century" panose="02040604050505020304" pitchFamily="18" charset="0"/>
              </a:rPr>
              <a:t>1 visite technique offerte à partir du 50 </a:t>
            </a:r>
            <a:r>
              <a:rPr lang="fr-CI" sz="1800" dirty="0" err="1">
                <a:solidFill>
                  <a:prstClr val="black"/>
                </a:solidFill>
                <a:latin typeface="Century" panose="02040604050505020304" pitchFamily="18" charset="0"/>
              </a:rPr>
              <a:t>ème</a:t>
            </a:r>
            <a:r>
              <a:rPr lang="fr-CI" sz="1800" dirty="0">
                <a:solidFill>
                  <a:prstClr val="black"/>
                </a:solidFill>
                <a:latin typeface="Century" panose="02040604050505020304" pitchFamily="18" charset="0"/>
              </a:rPr>
              <a:t> véhicules</a:t>
            </a:r>
            <a:endParaRPr kumimoji="0" lang="fr-C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r-CI" sz="1800" u="sng" dirty="0">
                <a:solidFill>
                  <a:prstClr val="black"/>
                </a:solidFill>
                <a:latin typeface="Century" panose="02040604050505020304" pitchFamily="18" charset="0"/>
              </a:rPr>
              <a:t>Bons d’achats espèces / visite technique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r-CI" sz="1800" dirty="0">
                <a:solidFill>
                  <a:prstClr val="black"/>
                </a:solidFill>
                <a:latin typeface="Century" panose="02040604050505020304" pitchFamily="18" charset="0"/>
              </a:rPr>
              <a:t>10.000f – (20 véhicules)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fr-CI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" panose="02040604050505020304" pitchFamily="18" charset="0"/>
                <a:ea typeface="+mn-ea"/>
                <a:cs typeface="+mn-cs"/>
              </a:rPr>
              <a:t>15000f - ( 30 véhicules)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r-CI" sz="1800" dirty="0">
                <a:solidFill>
                  <a:prstClr val="black"/>
                </a:solidFill>
                <a:latin typeface="Century" panose="02040604050505020304" pitchFamily="18" charset="0"/>
              </a:rPr>
              <a:t>25000f -(50 véhicules)</a:t>
            </a: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fr-CI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  <a:p>
            <a:pPr marL="0" marR="0" lvl="0" indent="0" algn="l" defTabSz="1007943" rtl="0" eaLnBrk="1" fontAlgn="auto" latinLnBrk="0" hangingPunct="1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fr-CI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" panose="02040604050505020304" pitchFamily="18" charset="0"/>
              <a:ea typeface="+mn-ea"/>
              <a:cs typeface="+mn-cs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4F44D5A-3E62-A01B-CAED-F5315270A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0" y="1233378"/>
            <a:ext cx="5279084" cy="5518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u="sng" dirty="0">
                <a:latin typeface="Century" panose="02040604050505020304" pitchFamily="18" charset="0"/>
              </a:rPr>
              <a:t>2-Clients Particuliers (1-09 véhicules)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1800" dirty="0">
                <a:latin typeface="Century" panose="02040604050505020304" pitchFamily="18" charset="0"/>
              </a:rPr>
              <a:t>Régulier chaque année</a:t>
            </a:r>
          </a:p>
          <a:p>
            <a:pPr marL="0" indent="0">
              <a:buNone/>
            </a:pPr>
            <a:endParaRPr lang="fr-FR" sz="18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1800" u="sng" dirty="0">
                <a:latin typeface="Century" panose="02040604050505020304" pitchFamily="18" charset="0"/>
              </a:rPr>
              <a:t>B-Avantages avec la carte (1 au choix )</a:t>
            </a:r>
            <a:endParaRPr lang="fr-FR" sz="18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1800" dirty="0">
                <a:latin typeface="Century" panose="02040604050505020304" pitchFamily="18" charset="0"/>
              </a:rPr>
              <a:t>1 bon lavage auto complet 5000f</a:t>
            </a:r>
          </a:p>
          <a:p>
            <a:pPr marL="0" indent="0">
              <a:buNone/>
            </a:pPr>
            <a:r>
              <a:rPr lang="fr-FR" sz="1800" dirty="0">
                <a:latin typeface="Century" panose="02040604050505020304" pitchFamily="18" charset="0"/>
              </a:rPr>
              <a:t>1 bon carburant 5000f</a:t>
            </a:r>
          </a:p>
          <a:p>
            <a:pPr marL="0" indent="0">
              <a:buNone/>
            </a:pPr>
            <a:r>
              <a:rPr lang="fr-FR" sz="1800" dirty="0">
                <a:latin typeface="Century" panose="02040604050505020304" pitchFamily="18" charset="0"/>
              </a:rPr>
              <a:t>1 recharge téléphonique </a:t>
            </a:r>
          </a:p>
          <a:p>
            <a:pPr marL="0" indent="0">
              <a:buNone/>
            </a:pPr>
            <a:r>
              <a:rPr lang="fr-FR" sz="1800" dirty="0">
                <a:latin typeface="Century" panose="02040604050505020304" pitchFamily="18" charset="0"/>
              </a:rPr>
              <a:t>(appels &amp; internet illimité)-5000f</a:t>
            </a:r>
          </a:p>
          <a:p>
            <a:pPr marL="0" indent="0">
              <a:buNone/>
            </a:pPr>
            <a:r>
              <a:rPr lang="fr-FR" sz="1800" dirty="0">
                <a:latin typeface="Century" panose="02040604050505020304" pitchFamily="18" charset="0"/>
              </a:rPr>
              <a:t>1 diagnostic technique offert</a:t>
            </a:r>
          </a:p>
          <a:p>
            <a:pPr marL="0" indent="0">
              <a:buNone/>
            </a:pPr>
            <a:r>
              <a:rPr lang="fr-FR" sz="1800" dirty="0">
                <a:latin typeface="Century" panose="02040604050505020304" pitchFamily="18" charset="0"/>
              </a:rPr>
              <a:t>1 visite offerte a la 5 -ème visite</a:t>
            </a:r>
          </a:p>
          <a:p>
            <a:pPr marL="0" indent="0">
              <a:buNone/>
            </a:pPr>
            <a:r>
              <a:rPr lang="fr-FR" sz="1800" dirty="0">
                <a:latin typeface="Century" panose="02040604050505020304" pitchFamily="18" charset="0"/>
              </a:rPr>
              <a:t>Senteur accroche véhicule à l’effigie de mayelia</a:t>
            </a:r>
          </a:p>
          <a:p>
            <a:pPr marL="0" indent="0">
              <a:buNone/>
            </a:pPr>
            <a:endParaRPr lang="fr-FR" sz="18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endParaRPr lang="fr-FR" sz="1800" dirty="0">
              <a:latin typeface="Century" panose="02040604050505020304" pitchFamily="18" charset="0"/>
            </a:endParaRPr>
          </a:p>
        </p:txBody>
      </p:sp>
      <p:pic>
        <p:nvPicPr>
          <p:cNvPr id="5" name="Image 4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82863369-D41C-CA93-4EE5-CB4919E25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30679" y="185995"/>
            <a:ext cx="776177" cy="77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65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147A8C-35DC-1A12-46D9-1464AEBF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797263" cy="871870"/>
          </a:xfrm>
        </p:spPr>
        <p:txBody>
          <a:bodyPr>
            <a:normAutofit/>
          </a:bodyPr>
          <a:lstStyle/>
          <a:p>
            <a:r>
              <a:rPr lang="fr-FR" sz="36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3-Comment ça marche ?</a:t>
            </a:r>
            <a:endParaRPr lang="fr-CI" sz="36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6AF0BD-E4FA-2381-4137-F9301DD2A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1871"/>
            <a:ext cx="10691813" cy="5890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Cumulés vos points fidélités à chaque passage et faites le plein de bonus chez mayelia automotive!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1 visite =1 pts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1 véhicule =1 pts</a:t>
            </a:r>
          </a:p>
          <a:p>
            <a:pPr marL="0" indent="0">
              <a:buNone/>
            </a:pPr>
            <a:r>
              <a:rPr lang="fr-FR" sz="2400" u="sng" dirty="0">
                <a:latin typeface="Century" panose="02040604050505020304" pitchFamily="18" charset="0"/>
              </a:rPr>
              <a:t>Fréquence récompenses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400" dirty="0">
                <a:latin typeface="Century" panose="02040604050505020304" pitchFamily="18" charset="0"/>
              </a:rPr>
              <a:t>Mensuel </a:t>
            </a:r>
          </a:p>
        </p:txBody>
      </p:sp>
    </p:spTree>
    <p:extLst>
      <p:ext uri="{BB962C8B-B14F-4D97-AF65-F5344CB8AC3E}">
        <p14:creationId xmlns:p14="http://schemas.microsoft.com/office/powerpoint/2010/main" val="98234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BAD2-B4FF-4CC2-24D3-2AC696D2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8F42ED-DA50-1988-78AF-AFD06EB10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797263" cy="871870"/>
          </a:xfrm>
        </p:spPr>
        <p:txBody>
          <a:bodyPr>
            <a:normAutofit/>
          </a:bodyPr>
          <a:lstStyle/>
          <a:p>
            <a:r>
              <a:rPr lang="fr-FR" sz="36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Suivi de passage</a:t>
            </a:r>
            <a:endParaRPr lang="fr-CI" sz="36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BF2BDDE-583D-DB96-56DC-F7C3F897C9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1456" y="2597944"/>
          <a:ext cx="10248900" cy="24384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1572726978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62870804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68195342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990655468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391982054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99726684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764395396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7543753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3913787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I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I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I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I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I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I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I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I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CI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63832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Jour de visites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Nom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Immat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Type vehicule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Couleur vehicule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Expirations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Points Fidelités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Bonus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SMS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601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Konan Villeneuve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Toyota Belta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noir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 points Félicitations!</a:t>
                      </a:r>
                      <a:b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vous obtenez un bon d'achats  25000f </a:t>
                      </a:r>
                      <a:b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sur votre prochaine visite chez mayelia automotive.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7737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Traore Ibrahim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 224 BE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Toyota Rav4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noir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C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7335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Phillipe Sako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Changan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gris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C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1281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Liliane Logbo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AA 224 BE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Suzuki vitara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noir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C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2524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06/02/2026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Landry Mambo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345JU01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Suzuki dzire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blanc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06/02/2026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C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7980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07/02/2026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Serge Acka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Suzuki dzire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Century" panose="02040604050505020304" pitchFamily="18" charset="0"/>
                        </a:rPr>
                        <a:t>blanc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07/02/2026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CI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C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C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287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791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B6A6D-9485-4D45-4ECB-D26739EF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374ECB-C965-F5ED-1472-A4D78284C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797263" cy="871870"/>
          </a:xfrm>
        </p:spPr>
        <p:txBody>
          <a:bodyPr>
            <a:normAutofit/>
          </a:bodyPr>
          <a:lstStyle/>
          <a:p>
            <a:r>
              <a:rPr lang="fr-FR" sz="3600" b="1" u="sng" dirty="0">
                <a:solidFill>
                  <a:srgbClr val="00CC99"/>
                </a:solidFill>
                <a:latin typeface="Century" panose="02040604050505020304" pitchFamily="18" charset="0"/>
              </a:rPr>
              <a:t>3-Modele de carte</a:t>
            </a:r>
            <a:endParaRPr lang="fr-CI" sz="3600" b="1" u="sng" dirty="0">
              <a:solidFill>
                <a:srgbClr val="00CC99"/>
              </a:solidFill>
              <a:latin typeface="Century" panose="020406040505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C3606F-2E80-E7C2-97C1-C553F81C9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1871"/>
            <a:ext cx="10691813" cy="5890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1-Format PVC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2- Couleur vert turquois/blanc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3-numero de série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4-logo mayelia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5- armoirie éléphant cote d’ivoire 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6-Carnet + tampon personnalisé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7-fichier de suivi( a renseigner à la caisse)</a:t>
            </a:r>
          </a:p>
          <a:p>
            <a:pPr marL="0" indent="0">
              <a:buNone/>
            </a:pPr>
            <a:endParaRPr lang="fr-FR" sz="2400" dirty="0">
              <a:latin typeface="Century" panose="02040604050505020304" pitchFamily="18" charset="0"/>
            </a:endParaRPr>
          </a:p>
          <a:p>
            <a:pPr marL="0" indent="0">
              <a:buNone/>
            </a:pPr>
            <a:r>
              <a:rPr lang="fr-FR" sz="2400" u="sng" dirty="0">
                <a:latin typeface="Century" panose="02040604050505020304" pitchFamily="18" charset="0"/>
              </a:rPr>
              <a:t>Abonnement :</a:t>
            </a:r>
          </a:p>
          <a:p>
            <a:pPr marL="0" indent="0">
              <a:buNone/>
            </a:pPr>
            <a:r>
              <a:rPr lang="fr-FR" sz="2400" dirty="0">
                <a:latin typeface="Century" panose="02040604050505020304" pitchFamily="18" charset="0"/>
              </a:rPr>
              <a:t>Formulaire d’abonnement , retirez votre carte Mayelia sur dans tous nos points de ventes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00071FF-8311-FCF6-17FD-B0B25B7F1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063" y="0"/>
            <a:ext cx="4786750" cy="276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864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2811</TotalTime>
  <Words>316</Words>
  <Application>Microsoft Office PowerPoint</Application>
  <PresentationFormat>Personnalisé</PresentationFormat>
  <Paragraphs>111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Amasis MT Pro</vt:lpstr>
      <vt:lpstr>Aptos</vt:lpstr>
      <vt:lpstr>Aptos Display</vt:lpstr>
      <vt:lpstr>Aptos Narrow</vt:lpstr>
      <vt:lpstr>Arial</vt:lpstr>
      <vt:lpstr>Century</vt:lpstr>
      <vt:lpstr>Wingdings</vt:lpstr>
      <vt:lpstr>Thème Office</vt:lpstr>
      <vt:lpstr>Présentation PowerPoint</vt:lpstr>
      <vt:lpstr>1-Contexte</vt:lpstr>
      <vt:lpstr>2-Carte de Fidelité Mayelia</vt:lpstr>
      <vt:lpstr>3-Comment ça marche ?</vt:lpstr>
      <vt:lpstr>Suivi de passage</vt:lpstr>
      <vt:lpstr>3-Modele de carte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Ira Marius N'Goran | MAYELIA AUTOMOTIVE</dc:creator>
  <cp:lastModifiedBy>Dédé Fatima  AGBODAN | MACI</cp:lastModifiedBy>
  <cp:revision>10</cp:revision>
  <cp:lastPrinted>2025-04-22T08:28:07Z</cp:lastPrinted>
  <dcterms:created xsi:type="dcterms:W3CDTF">2024-09-02T10:32:16Z</dcterms:created>
  <dcterms:modified xsi:type="dcterms:W3CDTF">2026-02-04T16:48:17Z</dcterms:modified>
</cp:coreProperties>
</file>