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312" r:id="rId2"/>
    <p:sldId id="324" r:id="rId3"/>
    <p:sldId id="316" r:id="rId4"/>
    <p:sldId id="328" r:id="rId5"/>
    <p:sldId id="305" r:id="rId6"/>
    <p:sldId id="267" r:id="rId7"/>
    <p:sldId id="318" r:id="rId8"/>
    <p:sldId id="278" r:id="rId9"/>
    <p:sldId id="307" r:id="rId10"/>
    <p:sldId id="308" r:id="rId11"/>
    <p:sldId id="310" r:id="rId12"/>
    <p:sldId id="323" r:id="rId13"/>
    <p:sldId id="322" r:id="rId14"/>
    <p:sldId id="320" r:id="rId15"/>
    <p:sldId id="321" r:id="rId16"/>
    <p:sldId id="319" r:id="rId17"/>
    <p:sldId id="329" r:id="rId18"/>
    <p:sldId id="326" r:id="rId19"/>
    <p:sldId id="299" r:id="rId20"/>
  </p:sldIdLst>
  <p:sldSz cx="10691813" cy="7559675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339933"/>
    <a:srgbClr val="0099CC"/>
    <a:srgbClr val="00FF99"/>
    <a:srgbClr val="00FFFF"/>
    <a:srgbClr val="18626A"/>
    <a:srgbClr val="235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5FD45-55F8-474A-A4DF-38D6DF2FC713}" v="19" dt="2026-02-05T11:50:33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72" d="100"/>
          <a:sy n="72" d="100"/>
        </p:scale>
        <p:origin x="14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édé Fatima  AGBODAN | MACI" userId="284415b2-b7fe-462d-987f-0c22c28280d3" providerId="ADAL" clId="{ABEACF95-C02C-4C7E-9A0B-9E164EB343A3}"/>
    <pc:docChg chg="undo custSel addSld delSld modSld sldOrd">
      <pc:chgData name="Dédé Fatima  AGBODAN | MACI" userId="284415b2-b7fe-462d-987f-0c22c28280d3" providerId="ADAL" clId="{ABEACF95-C02C-4C7E-9A0B-9E164EB343A3}" dt="2026-02-05T11:47:38.666" v="21636" actId="2696"/>
      <pc:docMkLst>
        <pc:docMk/>
      </pc:docMkLst>
      <pc:sldChg chg="addSp delSp modSp mod ord">
        <pc:chgData name="Dédé Fatima  AGBODAN | MACI" userId="284415b2-b7fe-462d-987f-0c22c28280d3" providerId="ADAL" clId="{ABEACF95-C02C-4C7E-9A0B-9E164EB343A3}" dt="2026-02-05T11:32:59.381" v="21371" actId="20577"/>
        <pc:sldMkLst>
          <pc:docMk/>
          <pc:sldMk cId="2204324182" sldId="267"/>
        </pc:sldMkLst>
        <pc:spChg chg="mod">
          <ac:chgData name="Dédé Fatima  AGBODAN | MACI" userId="284415b2-b7fe-462d-987f-0c22c28280d3" providerId="ADAL" clId="{ABEACF95-C02C-4C7E-9A0B-9E164EB343A3}" dt="2026-01-16T12:39:44.176" v="19785" actId="313"/>
          <ac:spMkLst>
            <pc:docMk/>
            <pc:sldMk cId="2204324182" sldId="267"/>
            <ac:spMk id="2" creationId="{36261BC2-D2CF-93FE-BCA9-7EC0CB291156}"/>
          </ac:spMkLst>
        </pc:spChg>
        <pc:spChg chg="mod">
          <ac:chgData name="Dédé Fatima  AGBODAN | MACI" userId="284415b2-b7fe-462d-987f-0c22c28280d3" providerId="ADAL" clId="{ABEACF95-C02C-4C7E-9A0B-9E164EB343A3}" dt="2026-01-06T09:51:58.517" v="10040" actId="14100"/>
          <ac:spMkLst>
            <pc:docMk/>
            <pc:sldMk cId="2204324182" sldId="267"/>
            <ac:spMk id="3" creationId="{9D554BF4-FB63-AE00-478D-2987EA73BEF0}"/>
          </ac:spMkLst>
        </pc:spChg>
        <pc:spChg chg="add del mod">
          <ac:chgData name="Dédé Fatima  AGBODAN | MACI" userId="284415b2-b7fe-462d-987f-0c22c28280d3" providerId="ADAL" clId="{ABEACF95-C02C-4C7E-9A0B-9E164EB343A3}" dt="2026-02-05T11:32:59.381" v="21371" actId="20577"/>
          <ac:spMkLst>
            <pc:docMk/>
            <pc:sldMk cId="2204324182" sldId="267"/>
            <ac:spMk id="5" creationId="{45CDC465-D261-CEA1-AD81-F6100B5A3B4D}"/>
          </ac:spMkLst>
        </pc:spChg>
      </pc:sldChg>
      <pc:sldChg chg="modSp mod ord">
        <pc:chgData name="Dédé Fatima  AGBODAN | MACI" userId="284415b2-b7fe-462d-987f-0c22c28280d3" providerId="ADAL" clId="{ABEACF95-C02C-4C7E-9A0B-9E164EB343A3}" dt="2026-02-05T11:35:28.828" v="21402" actId="5793"/>
        <pc:sldMkLst>
          <pc:docMk/>
          <pc:sldMk cId="2003901681" sldId="278"/>
        </pc:sldMkLst>
        <pc:spChg chg="mod">
          <ac:chgData name="Dédé Fatima  AGBODAN | MACI" userId="284415b2-b7fe-462d-987f-0c22c28280d3" providerId="ADAL" clId="{ABEACF95-C02C-4C7E-9A0B-9E164EB343A3}" dt="2026-01-16T12:23:13.799" v="19064" actId="27636"/>
          <ac:spMkLst>
            <pc:docMk/>
            <pc:sldMk cId="2003901681" sldId="278"/>
            <ac:spMk id="2" creationId="{BBA76991-EB5B-5FF1-6201-D7E18C4EBE18}"/>
          </ac:spMkLst>
        </pc:spChg>
        <pc:spChg chg="mod">
          <ac:chgData name="Dédé Fatima  AGBODAN | MACI" userId="284415b2-b7fe-462d-987f-0c22c28280d3" providerId="ADAL" clId="{ABEACF95-C02C-4C7E-9A0B-9E164EB343A3}" dt="2026-02-05T11:35:28.828" v="21402" actId="5793"/>
          <ac:spMkLst>
            <pc:docMk/>
            <pc:sldMk cId="2003901681" sldId="278"/>
            <ac:spMk id="3" creationId="{EDD8EA88-336B-CBA5-6DD5-CC9115F47F85}"/>
          </ac:spMkLst>
        </pc:spChg>
      </pc:sldChg>
      <pc:sldChg chg="ord">
        <pc:chgData name="Dédé Fatima  AGBODAN | MACI" userId="284415b2-b7fe-462d-987f-0c22c28280d3" providerId="ADAL" clId="{ABEACF95-C02C-4C7E-9A0B-9E164EB343A3}" dt="2026-01-06T11:18:35.174" v="13229"/>
        <pc:sldMkLst>
          <pc:docMk/>
          <pc:sldMk cId="2545489871" sldId="299"/>
        </pc:sldMkLst>
      </pc:sldChg>
      <pc:sldChg chg="modSp mod ord">
        <pc:chgData name="Dédé Fatima  AGBODAN | MACI" userId="284415b2-b7fe-462d-987f-0c22c28280d3" providerId="ADAL" clId="{ABEACF95-C02C-4C7E-9A0B-9E164EB343A3}" dt="2026-02-05T11:32:03.034" v="21287" actId="20577"/>
        <pc:sldMkLst>
          <pc:docMk/>
          <pc:sldMk cId="4086665213" sldId="305"/>
        </pc:sldMkLst>
        <pc:spChg chg="mod">
          <ac:chgData name="Dédé Fatima  AGBODAN | MACI" userId="284415b2-b7fe-462d-987f-0c22c28280d3" providerId="ADAL" clId="{ABEACF95-C02C-4C7E-9A0B-9E164EB343A3}" dt="2026-02-05T11:32:03.034" v="21287" actId="20577"/>
          <ac:spMkLst>
            <pc:docMk/>
            <pc:sldMk cId="4086665213" sldId="305"/>
            <ac:spMk id="2" creationId="{DE75C03E-C78A-93D8-84D7-AA9CD278F2B2}"/>
          </ac:spMkLst>
        </pc:spChg>
        <pc:spChg chg="mod">
          <ac:chgData name="Dédé Fatima  AGBODAN | MACI" userId="284415b2-b7fe-462d-987f-0c22c28280d3" providerId="ADAL" clId="{ABEACF95-C02C-4C7E-9A0B-9E164EB343A3}" dt="2026-01-16T12:38:47.944" v="19759" actId="313"/>
          <ac:spMkLst>
            <pc:docMk/>
            <pc:sldMk cId="4086665213" sldId="305"/>
            <ac:spMk id="3" creationId="{9B21CCA6-B07A-7562-B5E9-CC77E8138C4C}"/>
          </ac:spMkLst>
        </pc:spChg>
      </pc:sldChg>
      <pc:sldChg chg="modSp mod ord">
        <pc:chgData name="Dédé Fatima  AGBODAN | MACI" userId="284415b2-b7fe-462d-987f-0c22c28280d3" providerId="ADAL" clId="{ABEACF95-C02C-4C7E-9A0B-9E164EB343A3}" dt="2026-01-06T11:49:38.428" v="13607" actId="20577"/>
        <pc:sldMkLst>
          <pc:docMk/>
          <pc:sldMk cId="3243100750" sldId="307"/>
        </pc:sldMkLst>
        <pc:spChg chg="mod">
          <ac:chgData name="Dédé Fatima  AGBODAN | MACI" userId="284415b2-b7fe-462d-987f-0c22c28280d3" providerId="ADAL" clId="{ABEACF95-C02C-4C7E-9A0B-9E164EB343A3}" dt="2026-01-06T11:49:38.428" v="13607" actId="20577"/>
          <ac:spMkLst>
            <pc:docMk/>
            <pc:sldMk cId="3243100750" sldId="307"/>
            <ac:spMk id="3" creationId="{7DCB333E-7DF2-AA73-9083-7983A8351CDB}"/>
          </ac:spMkLst>
        </pc:spChg>
      </pc:sldChg>
      <pc:sldChg chg="modSp mod ord">
        <pc:chgData name="Dédé Fatima  AGBODAN | MACI" userId="284415b2-b7fe-462d-987f-0c22c28280d3" providerId="ADAL" clId="{ABEACF95-C02C-4C7E-9A0B-9E164EB343A3}" dt="2026-01-06T14:29:47.726" v="18161" actId="20577"/>
        <pc:sldMkLst>
          <pc:docMk/>
          <pc:sldMk cId="2085031018" sldId="308"/>
        </pc:sldMkLst>
        <pc:spChg chg="mod">
          <ac:chgData name="Dédé Fatima  AGBODAN | MACI" userId="284415b2-b7fe-462d-987f-0c22c28280d3" providerId="ADAL" clId="{ABEACF95-C02C-4C7E-9A0B-9E164EB343A3}" dt="2026-01-06T12:35:49.027" v="14659" actId="14100"/>
          <ac:spMkLst>
            <pc:docMk/>
            <pc:sldMk cId="2085031018" sldId="308"/>
            <ac:spMk id="2" creationId="{F49CF7FD-FCEC-0E4E-C32B-0EB0E2D54128}"/>
          </ac:spMkLst>
        </pc:spChg>
        <pc:spChg chg="mod">
          <ac:chgData name="Dédé Fatima  AGBODAN | MACI" userId="284415b2-b7fe-462d-987f-0c22c28280d3" providerId="ADAL" clId="{ABEACF95-C02C-4C7E-9A0B-9E164EB343A3}" dt="2026-01-06T14:29:47.726" v="18161" actId="20577"/>
          <ac:spMkLst>
            <pc:docMk/>
            <pc:sldMk cId="2085031018" sldId="308"/>
            <ac:spMk id="3" creationId="{8BCE5E0C-57F7-81DE-7CE2-65BC77BD66EF}"/>
          </ac:spMkLst>
        </pc:spChg>
      </pc:sldChg>
      <pc:sldChg chg="modSp mod ord">
        <pc:chgData name="Dédé Fatima  AGBODAN | MACI" userId="284415b2-b7fe-462d-987f-0c22c28280d3" providerId="ADAL" clId="{ABEACF95-C02C-4C7E-9A0B-9E164EB343A3}" dt="2026-01-06T12:36:55.964" v="14723" actId="20577"/>
        <pc:sldMkLst>
          <pc:docMk/>
          <pc:sldMk cId="2098139239" sldId="310"/>
        </pc:sldMkLst>
        <pc:spChg chg="mod">
          <ac:chgData name="Dédé Fatima  AGBODAN | MACI" userId="284415b2-b7fe-462d-987f-0c22c28280d3" providerId="ADAL" clId="{ABEACF95-C02C-4C7E-9A0B-9E164EB343A3}" dt="2026-01-06T11:16:01.277" v="13178" actId="20577"/>
          <ac:spMkLst>
            <pc:docMk/>
            <pc:sldMk cId="2098139239" sldId="310"/>
            <ac:spMk id="2" creationId="{1FBE3222-2180-4888-6D76-92918384D23A}"/>
          </ac:spMkLst>
        </pc:spChg>
        <pc:spChg chg="mod">
          <ac:chgData name="Dédé Fatima  AGBODAN | MACI" userId="284415b2-b7fe-462d-987f-0c22c28280d3" providerId="ADAL" clId="{ABEACF95-C02C-4C7E-9A0B-9E164EB343A3}" dt="2026-01-06T12:36:55.964" v="14723" actId="20577"/>
          <ac:spMkLst>
            <pc:docMk/>
            <pc:sldMk cId="2098139239" sldId="310"/>
            <ac:spMk id="3" creationId="{85317C3D-3771-B841-1DFD-1C557EE7DF36}"/>
          </ac:spMkLst>
        </pc:spChg>
      </pc:sldChg>
      <pc:sldChg chg="del">
        <pc:chgData name="Dédé Fatima  AGBODAN | MACI" userId="284415b2-b7fe-462d-987f-0c22c28280d3" providerId="ADAL" clId="{ABEACF95-C02C-4C7E-9A0B-9E164EB343A3}" dt="2026-02-05T11:47:13.916" v="21630" actId="2696"/>
        <pc:sldMkLst>
          <pc:docMk/>
          <pc:sldMk cId="385497880" sldId="311"/>
        </pc:sldMkLst>
      </pc:sldChg>
      <pc:sldChg chg="modSp mod">
        <pc:chgData name="Dédé Fatima  AGBODAN | MACI" userId="284415b2-b7fe-462d-987f-0c22c28280d3" providerId="ADAL" clId="{ABEACF95-C02C-4C7E-9A0B-9E164EB343A3}" dt="2026-01-19T16:18:17.660" v="20042" actId="1076"/>
        <pc:sldMkLst>
          <pc:docMk/>
          <pc:sldMk cId="822310347" sldId="312"/>
        </pc:sldMkLst>
        <pc:spChg chg="mod">
          <ac:chgData name="Dédé Fatima  AGBODAN | MACI" userId="284415b2-b7fe-462d-987f-0c22c28280d3" providerId="ADAL" clId="{ABEACF95-C02C-4C7E-9A0B-9E164EB343A3}" dt="2026-01-13T12:00:49.200" v="18534" actId="14100"/>
          <ac:spMkLst>
            <pc:docMk/>
            <pc:sldMk cId="822310347" sldId="312"/>
            <ac:spMk id="2" creationId="{421C3D0F-C102-D65A-DC40-7BAF9ED05368}"/>
          </ac:spMkLst>
        </pc:spChg>
        <pc:spChg chg="mod">
          <ac:chgData name="Dédé Fatima  AGBODAN | MACI" userId="284415b2-b7fe-462d-987f-0c22c28280d3" providerId="ADAL" clId="{ABEACF95-C02C-4C7E-9A0B-9E164EB343A3}" dt="2026-01-13T12:01:00.643" v="18536" actId="14100"/>
          <ac:spMkLst>
            <pc:docMk/>
            <pc:sldMk cId="822310347" sldId="312"/>
            <ac:spMk id="3" creationId="{874A9EAB-0BAC-6FCD-4CC0-FD39E9B0FBCF}"/>
          </ac:spMkLst>
        </pc:spChg>
        <pc:picChg chg="mod">
          <ac:chgData name="Dédé Fatima  AGBODAN | MACI" userId="284415b2-b7fe-462d-987f-0c22c28280d3" providerId="ADAL" clId="{ABEACF95-C02C-4C7E-9A0B-9E164EB343A3}" dt="2026-01-19T16:18:17.660" v="20042" actId="1076"/>
          <ac:picMkLst>
            <pc:docMk/>
            <pc:sldMk cId="822310347" sldId="312"/>
            <ac:picMk id="5" creationId="{B0744962-BE7F-2C5C-3608-E1BA000C865F}"/>
          </ac:picMkLst>
        </pc:picChg>
      </pc:sldChg>
      <pc:sldChg chg="modSp mod ord">
        <pc:chgData name="Dédé Fatima  AGBODAN | MACI" userId="284415b2-b7fe-462d-987f-0c22c28280d3" providerId="ADAL" clId="{ABEACF95-C02C-4C7E-9A0B-9E164EB343A3}" dt="2026-02-05T11:31:29.826" v="21271" actId="20577"/>
        <pc:sldMkLst>
          <pc:docMk/>
          <pc:sldMk cId="457813102" sldId="316"/>
        </pc:sldMkLst>
        <pc:spChg chg="mod">
          <ac:chgData name="Dédé Fatima  AGBODAN | MACI" userId="284415b2-b7fe-462d-987f-0c22c28280d3" providerId="ADAL" clId="{ABEACF95-C02C-4C7E-9A0B-9E164EB343A3}" dt="2026-01-06T13:24:44.056" v="15588" actId="14100"/>
          <ac:spMkLst>
            <pc:docMk/>
            <pc:sldMk cId="457813102" sldId="316"/>
            <ac:spMk id="2" creationId="{600C261D-0B2F-004A-81AE-AB11A88AC62C}"/>
          </ac:spMkLst>
        </pc:spChg>
        <pc:spChg chg="mod">
          <ac:chgData name="Dédé Fatima  AGBODAN | MACI" userId="284415b2-b7fe-462d-987f-0c22c28280d3" providerId="ADAL" clId="{ABEACF95-C02C-4C7E-9A0B-9E164EB343A3}" dt="2026-02-05T11:31:29.826" v="21271" actId="20577"/>
          <ac:spMkLst>
            <pc:docMk/>
            <pc:sldMk cId="457813102" sldId="316"/>
            <ac:spMk id="9" creationId="{2A60847E-E8E9-9666-8ED5-F4DACA710FFA}"/>
          </ac:spMkLst>
        </pc:spChg>
      </pc:sldChg>
      <pc:sldChg chg="addSp delSp modSp add mod ord">
        <pc:chgData name="Dédé Fatima  AGBODAN | MACI" userId="284415b2-b7fe-462d-987f-0c22c28280d3" providerId="ADAL" clId="{ABEACF95-C02C-4C7E-9A0B-9E164EB343A3}" dt="2026-01-19T11:05:15.345" v="20039" actId="20577"/>
        <pc:sldMkLst>
          <pc:docMk/>
          <pc:sldMk cId="2015871029" sldId="318"/>
        </pc:sldMkLst>
        <pc:spChg chg="mod">
          <ac:chgData name="Dédé Fatima  AGBODAN | MACI" userId="284415b2-b7fe-462d-987f-0c22c28280d3" providerId="ADAL" clId="{ABEACF95-C02C-4C7E-9A0B-9E164EB343A3}" dt="2026-01-16T12:40:13.548" v="19824" actId="20577"/>
          <ac:spMkLst>
            <pc:docMk/>
            <pc:sldMk cId="2015871029" sldId="318"/>
            <ac:spMk id="2" creationId="{C062037E-B6BA-0D74-408B-C30F13970FFB}"/>
          </ac:spMkLst>
        </pc:spChg>
        <pc:spChg chg="mod">
          <ac:chgData name="Dédé Fatima  AGBODAN | MACI" userId="284415b2-b7fe-462d-987f-0c22c28280d3" providerId="ADAL" clId="{ABEACF95-C02C-4C7E-9A0B-9E164EB343A3}" dt="2026-01-19T11:05:15.345" v="20039" actId="20577"/>
          <ac:spMkLst>
            <pc:docMk/>
            <pc:sldMk cId="2015871029" sldId="318"/>
            <ac:spMk id="3" creationId="{143EFB28-E9D9-B026-051B-DF417FFE3582}"/>
          </ac:spMkLst>
        </pc:spChg>
        <pc:picChg chg="add mod">
          <ac:chgData name="Dédé Fatima  AGBODAN | MACI" userId="284415b2-b7fe-462d-987f-0c22c28280d3" providerId="ADAL" clId="{ABEACF95-C02C-4C7E-9A0B-9E164EB343A3}" dt="2026-01-12T15:23:01.858" v="18346" actId="1076"/>
          <ac:picMkLst>
            <pc:docMk/>
            <pc:sldMk cId="2015871029" sldId="318"/>
            <ac:picMk id="7" creationId="{28E19642-F97D-C325-3BD1-D8826457CF9A}"/>
          </ac:picMkLst>
        </pc:picChg>
      </pc:sldChg>
      <pc:sldChg chg="modSp new mod ord">
        <pc:chgData name="Dédé Fatima  AGBODAN | MACI" userId="284415b2-b7fe-462d-987f-0c22c28280d3" providerId="ADAL" clId="{ABEACF95-C02C-4C7E-9A0B-9E164EB343A3}" dt="2026-02-05T11:44:10.461" v="21504" actId="20577"/>
        <pc:sldMkLst>
          <pc:docMk/>
          <pc:sldMk cId="3444223325" sldId="319"/>
        </pc:sldMkLst>
        <pc:spChg chg="mod">
          <ac:chgData name="Dédé Fatima  AGBODAN | MACI" userId="284415b2-b7fe-462d-987f-0c22c28280d3" providerId="ADAL" clId="{ABEACF95-C02C-4C7E-9A0B-9E164EB343A3}" dt="2026-01-06T13:36:49.008" v="15988" actId="20577"/>
          <ac:spMkLst>
            <pc:docMk/>
            <pc:sldMk cId="3444223325" sldId="319"/>
            <ac:spMk id="2" creationId="{C76E0EA3-5B90-D374-8FFE-7CAF46D2A799}"/>
          </ac:spMkLst>
        </pc:spChg>
        <pc:spChg chg="mod">
          <ac:chgData name="Dédé Fatima  AGBODAN | MACI" userId="284415b2-b7fe-462d-987f-0c22c28280d3" providerId="ADAL" clId="{ABEACF95-C02C-4C7E-9A0B-9E164EB343A3}" dt="2026-02-05T11:44:10.461" v="21504" actId="20577"/>
          <ac:spMkLst>
            <pc:docMk/>
            <pc:sldMk cId="3444223325" sldId="319"/>
            <ac:spMk id="3" creationId="{1FCB77EB-06EC-1B42-89C0-A226E795CA8E}"/>
          </ac:spMkLst>
        </pc:spChg>
      </pc:sldChg>
      <pc:sldChg chg="modSp add mod ord">
        <pc:chgData name="Dédé Fatima  AGBODAN | MACI" userId="284415b2-b7fe-462d-987f-0c22c28280d3" providerId="ADAL" clId="{ABEACF95-C02C-4C7E-9A0B-9E164EB343A3}" dt="2026-01-06T11:50:03.595" v="13614" actId="20577"/>
        <pc:sldMkLst>
          <pc:docMk/>
          <pc:sldMk cId="4165891921" sldId="320"/>
        </pc:sldMkLst>
        <pc:spChg chg="mod">
          <ac:chgData name="Dédé Fatima  AGBODAN | MACI" userId="284415b2-b7fe-462d-987f-0c22c28280d3" providerId="ADAL" clId="{ABEACF95-C02C-4C7E-9A0B-9E164EB343A3}" dt="2026-01-06T11:50:03.595" v="13614" actId="20577"/>
          <ac:spMkLst>
            <pc:docMk/>
            <pc:sldMk cId="4165891921" sldId="320"/>
            <ac:spMk id="3" creationId="{A5292F9E-151A-E7F6-7B23-76F7612D235E}"/>
          </ac:spMkLst>
        </pc:spChg>
      </pc:sldChg>
      <pc:sldChg chg="modSp add mod ord">
        <pc:chgData name="Dédé Fatima  AGBODAN | MACI" userId="284415b2-b7fe-462d-987f-0c22c28280d3" providerId="ADAL" clId="{ABEACF95-C02C-4C7E-9A0B-9E164EB343A3}" dt="2026-01-06T11:50:11.357" v="13616" actId="20577"/>
        <pc:sldMkLst>
          <pc:docMk/>
          <pc:sldMk cId="1939248162" sldId="321"/>
        </pc:sldMkLst>
        <pc:spChg chg="mod">
          <ac:chgData name="Dédé Fatima  AGBODAN | MACI" userId="284415b2-b7fe-462d-987f-0c22c28280d3" providerId="ADAL" clId="{ABEACF95-C02C-4C7E-9A0B-9E164EB343A3}" dt="2026-01-06T11:50:11.357" v="13616" actId="20577"/>
          <ac:spMkLst>
            <pc:docMk/>
            <pc:sldMk cId="1939248162" sldId="321"/>
            <ac:spMk id="3" creationId="{FD70D883-F0FE-F4D8-F806-BBB9BEEDE6DF}"/>
          </ac:spMkLst>
        </pc:spChg>
      </pc:sldChg>
      <pc:sldChg chg="modSp add mod ord">
        <pc:chgData name="Dédé Fatima  AGBODAN | MACI" userId="284415b2-b7fe-462d-987f-0c22c28280d3" providerId="ADAL" clId="{ABEACF95-C02C-4C7E-9A0B-9E164EB343A3}" dt="2026-01-16T12:36:45.483" v="19758"/>
        <pc:sldMkLst>
          <pc:docMk/>
          <pc:sldMk cId="75905724" sldId="322"/>
        </pc:sldMkLst>
        <pc:spChg chg="mod">
          <ac:chgData name="Dédé Fatima  AGBODAN | MACI" userId="284415b2-b7fe-462d-987f-0c22c28280d3" providerId="ADAL" clId="{ABEACF95-C02C-4C7E-9A0B-9E164EB343A3}" dt="2026-01-06T12:46:24.351" v="14948" actId="14100"/>
          <ac:spMkLst>
            <pc:docMk/>
            <pc:sldMk cId="75905724" sldId="322"/>
            <ac:spMk id="2" creationId="{DF437638-28FF-EBC3-C09B-BFB3D44B554B}"/>
          </ac:spMkLst>
        </pc:spChg>
        <pc:spChg chg="mod">
          <ac:chgData name="Dédé Fatima  AGBODAN | MACI" userId="284415b2-b7fe-462d-987f-0c22c28280d3" providerId="ADAL" clId="{ABEACF95-C02C-4C7E-9A0B-9E164EB343A3}" dt="2026-01-06T12:46:13.672" v="14947" actId="27636"/>
          <ac:spMkLst>
            <pc:docMk/>
            <pc:sldMk cId="75905724" sldId="322"/>
            <ac:spMk id="3" creationId="{38A55750-32DD-F773-D899-34DF89D61FEC}"/>
          </ac:spMkLst>
        </pc:spChg>
      </pc:sldChg>
      <pc:sldChg chg="modSp new mod ord">
        <pc:chgData name="Dédé Fatima  AGBODAN | MACI" userId="284415b2-b7fe-462d-987f-0c22c28280d3" providerId="ADAL" clId="{ABEACF95-C02C-4C7E-9A0B-9E164EB343A3}" dt="2026-01-16T12:36:41.882" v="19756"/>
        <pc:sldMkLst>
          <pc:docMk/>
          <pc:sldMk cId="717068026" sldId="323"/>
        </pc:sldMkLst>
        <pc:spChg chg="mod">
          <ac:chgData name="Dédé Fatima  AGBODAN | MACI" userId="284415b2-b7fe-462d-987f-0c22c28280d3" providerId="ADAL" clId="{ABEACF95-C02C-4C7E-9A0B-9E164EB343A3}" dt="2026-01-06T12:45:46.645" v="14944" actId="14100"/>
          <ac:spMkLst>
            <pc:docMk/>
            <pc:sldMk cId="717068026" sldId="323"/>
            <ac:spMk id="2" creationId="{068E1F33-F8CC-F09A-AA3B-E46A7F97291D}"/>
          </ac:spMkLst>
        </pc:spChg>
        <pc:spChg chg="mod">
          <ac:chgData name="Dédé Fatima  AGBODAN | MACI" userId="284415b2-b7fe-462d-987f-0c22c28280d3" providerId="ADAL" clId="{ABEACF95-C02C-4C7E-9A0B-9E164EB343A3}" dt="2026-01-06T12:45:59.762" v="14945" actId="14100"/>
          <ac:spMkLst>
            <pc:docMk/>
            <pc:sldMk cId="717068026" sldId="323"/>
            <ac:spMk id="3" creationId="{01BA3B3F-BAC9-4AC5-3278-B6B96FE26FEB}"/>
          </ac:spMkLst>
        </pc:spChg>
      </pc:sldChg>
      <pc:sldChg chg="modSp new mod ord">
        <pc:chgData name="Dédé Fatima  AGBODAN | MACI" userId="284415b2-b7fe-462d-987f-0c22c28280d3" providerId="ADAL" clId="{ABEACF95-C02C-4C7E-9A0B-9E164EB343A3}" dt="2026-01-22T21:51:55.618" v="20866" actId="20577"/>
        <pc:sldMkLst>
          <pc:docMk/>
          <pc:sldMk cId="4206623463" sldId="324"/>
        </pc:sldMkLst>
        <pc:spChg chg="mod">
          <ac:chgData name="Dédé Fatima  AGBODAN | MACI" userId="284415b2-b7fe-462d-987f-0c22c28280d3" providerId="ADAL" clId="{ABEACF95-C02C-4C7E-9A0B-9E164EB343A3}" dt="2026-01-06T11:20:56.859" v="13274" actId="14100"/>
          <ac:spMkLst>
            <pc:docMk/>
            <pc:sldMk cId="4206623463" sldId="324"/>
            <ac:spMk id="2" creationId="{F771D134-34F9-D90B-F7D4-55F7256BE9EE}"/>
          </ac:spMkLst>
        </pc:spChg>
        <pc:spChg chg="mod">
          <ac:chgData name="Dédé Fatima  AGBODAN | MACI" userId="284415b2-b7fe-462d-987f-0c22c28280d3" providerId="ADAL" clId="{ABEACF95-C02C-4C7E-9A0B-9E164EB343A3}" dt="2026-01-22T21:51:55.618" v="20866" actId="20577"/>
          <ac:spMkLst>
            <pc:docMk/>
            <pc:sldMk cId="4206623463" sldId="324"/>
            <ac:spMk id="3" creationId="{39F0955E-E46B-0415-9E21-AA3F08FB50FC}"/>
          </ac:spMkLst>
        </pc:spChg>
      </pc:sldChg>
      <pc:sldChg chg="modSp add mod ord">
        <pc:chgData name="Dédé Fatima  AGBODAN | MACI" userId="284415b2-b7fe-462d-987f-0c22c28280d3" providerId="ADAL" clId="{ABEACF95-C02C-4C7E-9A0B-9E164EB343A3}" dt="2026-02-05T11:46:25.434" v="21629" actId="20577"/>
        <pc:sldMkLst>
          <pc:docMk/>
          <pc:sldMk cId="241476634" sldId="326"/>
        </pc:sldMkLst>
        <pc:spChg chg="mod">
          <ac:chgData name="Dédé Fatima  AGBODAN | MACI" userId="284415b2-b7fe-462d-987f-0c22c28280d3" providerId="ADAL" clId="{ABEACF95-C02C-4C7E-9A0B-9E164EB343A3}" dt="2026-01-06T13:34:48.842" v="15887" actId="1076"/>
          <ac:spMkLst>
            <pc:docMk/>
            <pc:sldMk cId="241476634" sldId="326"/>
            <ac:spMk id="2" creationId="{E91B05BD-CB08-5ACD-32DD-F2DC7B7F7396}"/>
          </ac:spMkLst>
        </pc:spChg>
        <pc:spChg chg="mod">
          <ac:chgData name="Dédé Fatima  AGBODAN | MACI" userId="284415b2-b7fe-462d-987f-0c22c28280d3" providerId="ADAL" clId="{ABEACF95-C02C-4C7E-9A0B-9E164EB343A3}" dt="2026-02-05T11:46:25.434" v="21629" actId="20577"/>
          <ac:spMkLst>
            <pc:docMk/>
            <pc:sldMk cId="241476634" sldId="326"/>
            <ac:spMk id="3" creationId="{C095C795-C9AB-AC55-890A-F151E51BAEDE}"/>
          </ac:spMkLst>
        </pc:spChg>
      </pc:sldChg>
      <pc:sldChg chg="modSp add mod ord">
        <pc:chgData name="Dédé Fatima  AGBODAN | MACI" userId="284415b2-b7fe-462d-987f-0c22c28280d3" providerId="ADAL" clId="{ABEACF95-C02C-4C7E-9A0B-9E164EB343A3}" dt="2026-02-05T11:30:53.600" v="21236" actId="113"/>
        <pc:sldMkLst>
          <pc:docMk/>
          <pc:sldMk cId="1322870212" sldId="328"/>
        </pc:sldMkLst>
        <pc:spChg chg="mod">
          <ac:chgData name="Dédé Fatima  AGBODAN | MACI" userId="284415b2-b7fe-462d-987f-0c22c28280d3" providerId="ADAL" clId="{ABEACF95-C02C-4C7E-9A0B-9E164EB343A3}" dt="2026-01-22T22:13:23.791" v="20913" actId="20577"/>
          <ac:spMkLst>
            <pc:docMk/>
            <pc:sldMk cId="1322870212" sldId="328"/>
            <ac:spMk id="2" creationId="{EF61BE48-FFA1-5383-7554-6B458C9DF1F4}"/>
          </ac:spMkLst>
        </pc:spChg>
        <pc:spChg chg="mod">
          <ac:chgData name="Dédé Fatima  AGBODAN | MACI" userId="284415b2-b7fe-462d-987f-0c22c28280d3" providerId="ADAL" clId="{ABEACF95-C02C-4C7E-9A0B-9E164EB343A3}" dt="2026-02-05T11:30:53.600" v="21236" actId="113"/>
          <ac:spMkLst>
            <pc:docMk/>
            <pc:sldMk cId="1322870212" sldId="328"/>
            <ac:spMk id="9" creationId="{FF1A2EDF-359D-5288-E0B0-8E23A369682E}"/>
          </ac:spMkLst>
        </pc:spChg>
        <pc:picChg chg="mod">
          <ac:chgData name="Dédé Fatima  AGBODAN | MACI" userId="284415b2-b7fe-462d-987f-0c22c28280d3" providerId="ADAL" clId="{ABEACF95-C02C-4C7E-9A0B-9E164EB343A3}" dt="2026-01-06T13:11:07.918" v="15417" actId="1076"/>
          <ac:picMkLst>
            <pc:docMk/>
            <pc:sldMk cId="1322870212" sldId="328"/>
            <ac:picMk id="5" creationId="{FFAA78AF-C804-8EB3-0B88-5C8537B00A59}"/>
          </ac:picMkLst>
        </pc:picChg>
      </pc:sldChg>
      <pc:sldChg chg="modSp add mod">
        <pc:chgData name="Dédé Fatima  AGBODAN | MACI" userId="284415b2-b7fe-462d-987f-0c22c28280d3" providerId="ADAL" clId="{ABEACF95-C02C-4C7E-9A0B-9E164EB343A3}" dt="2026-02-05T11:45:19.425" v="21596" actId="20577"/>
        <pc:sldMkLst>
          <pc:docMk/>
          <pc:sldMk cId="2542068974" sldId="329"/>
        </pc:sldMkLst>
        <pc:spChg chg="mod">
          <ac:chgData name="Dédé Fatima  AGBODAN | MACI" userId="284415b2-b7fe-462d-987f-0c22c28280d3" providerId="ADAL" clId="{ABEACF95-C02C-4C7E-9A0B-9E164EB343A3}" dt="2026-01-06T13:42:11.473" v="16418" actId="20577"/>
          <ac:spMkLst>
            <pc:docMk/>
            <pc:sldMk cId="2542068974" sldId="329"/>
            <ac:spMk id="2" creationId="{4C9A7369-6136-8294-61C7-0A4348E89369}"/>
          </ac:spMkLst>
        </pc:spChg>
        <pc:spChg chg="mod">
          <ac:chgData name="Dédé Fatima  AGBODAN | MACI" userId="284415b2-b7fe-462d-987f-0c22c28280d3" providerId="ADAL" clId="{ABEACF95-C02C-4C7E-9A0B-9E164EB343A3}" dt="2026-02-05T11:45:19.425" v="21596" actId="20577"/>
          <ac:spMkLst>
            <pc:docMk/>
            <pc:sldMk cId="2542068974" sldId="329"/>
            <ac:spMk id="3" creationId="{B691795C-5C47-8F38-A565-72527E4DAF43}"/>
          </ac:spMkLst>
        </pc:spChg>
      </pc:sldChg>
      <pc:sldChg chg="modSp new del mod">
        <pc:chgData name="Dédé Fatima  AGBODAN | MACI" userId="284415b2-b7fe-462d-987f-0c22c28280d3" providerId="ADAL" clId="{ABEACF95-C02C-4C7E-9A0B-9E164EB343A3}" dt="2026-02-05T11:33:42.668" v="21372" actId="2696"/>
        <pc:sldMkLst>
          <pc:docMk/>
          <pc:sldMk cId="3259253311" sldId="330"/>
        </pc:sldMkLst>
      </pc:sldChg>
      <pc:sldChg chg="modSp new del mod">
        <pc:chgData name="Dédé Fatima  AGBODAN | MACI" userId="284415b2-b7fe-462d-987f-0c22c28280d3" providerId="ADAL" clId="{ABEACF95-C02C-4C7E-9A0B-9E164EB343A3}" dt="2026-02-05T11:33:46.036" v="21373" actId="2696"/>
        <pc:sldMkLst>
          <pc:docMk/>
          <pc:sldMk cId="887348395" sldId="331"/>
        </pc:sldMkLst>
      </pc:sldChg>
      <pc:sldChg chg="new del">
        <pc:chgData name="Dédé Fatima  AGBODAN | MACI" userId="284415b2-b7fe-462d-987f-0c22c28280d3" providerId="ADAL" clId="{ABEACF95-C02C-4C7E-9A0B-9E164EB343A3}" dt="2026-02-05T11:30:29.454" v="21234" actId="2696"/>
        <pc:sldMkLst>
          <pc:docMk/>
          <pc:sldMk cId="2465002591" sldId="332"/>
        </pc:sldMkLst>
      </pc:sldChg>
      <pc:sldChg chg="new del">
        <pc:chgData name="Dédé Fatima  AGBODAN | MACI" userId="284415b2-b7fe-462d-987f-0c22c28280d3" providerId="ADAL" clId="{ABEACF95-C02C-4C7E-9A0B-9E164EB343A3}" dt="2026-02-05T11:47:24.853" v="21631" actId="2696"/>
        <pc:sldMkLst>
          <pc:docMk/>
          <pc:sldMk cId="1564914111" sldId="333"/>
        </pc:sldMkLst>
      </pc:sldChg>
      <pc:sldChg chg="modSp new del mod">
        <pc:chgData name="Dédé Fatima  AGBODAN | MACI" userId="284415b2-b7fe-462d-987f-0c22c28280d3" providerId="ADAL" clId="{ABEACF95-C02C-4C7E-9A0B-9E164EB343A3}" dt="2026-02-05T11:47:27.553" v="21632" actId="2696"/>
        <pc:sldMkLst>
          <pc:docMk/>
          <pc:sldMk cId="263437965" sldId="334"/>
        </pc:sldMkLst>
      </pc:sldChg>
      <pc:sldChg chg="new del">
        <pc:chgData name="Dédé Fatima  AGBODAN | MACI" userId="284415b2-b7fe-462d-987f-0c22c28280d3" providerId="ADAL" clId="{ABEACF95-C02C-4C7E-9A0B-9E164EB343A3}" dt="2026-02-05T11:47:29.944" v="21633" actId="2696"/>
        <pc:sldMkLst>
          <pc:docMk/>
          <pc:sldMk cId="2690540360" sldId="335"/>
        </pc:sldMkLst>
      </pc:sldChg>
      <pc:sldChg chg="new del">
        <pc:chgData name="Dédé Fatima  AGBODAN | MACI" userId="284415b2-b7fe-462d-987f-0c22c28280d3" providerId="ADAL" clId="{ABEACF95-C02C-4C7E-9A0B-9E164EB343A3}" dt="2026-02-05T11:47:33.020" v="21634" actId="2696"/>
        <pc:sldMkLst>
          <pc:docMk/>
          <pc:sldMk cId="2205318362" sldId="336"/>
        </pc:sldMkLst>
      </pc:sldChg>
      <pc:sldChg chg="new del">
        <pc:chgData name="Dédé Fatima  AGBODAN | MACI" userId="284415b2-b7fe-462d-987f-0c22c28280d3" providerId="ADAL" clId="{ABEACF95-C02C-4C7E-9A0B-9E164EB343A3}" dt="2026-02-05T11:47:35.264" v="21635" actId="2696"/>
        <pc:sldMkLst>
          <pc:docMk/>
          <pc:sldMk cId="3699359946" sldId="337"/>
        </pc:sldMkLst>
      </pc:sldChg>
      <pc:sldChg chg="new del">
        <pc:chgData name="Dédé Fatima  AGBODAN | MACI" userId="284415b2-b7fe-462d-987f-0c22c28280d3" providerId="ADAL" clId="{ABEACF95-C02C-4C7E-9A0B-9E164EB343A3}" dt="2026-02-05T11:47:38.666" v="21636" actId="2696"/>
        <pc:sldMkLst>
          <pc:docMk/>
          <pc:sldMk cId="3349815267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I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5F15B-2717-48DE-8A6D-2F3F3C90FEED}" type="datetimeFigureOut">
              <a:rPr lang="fr-CI" smtClean="0"/>
              <a:t>05/02/2026</a:t>
            </a:fld>
            <a:endParaRPr lang="fr-CI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I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I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D250E-6AB2-4A17-9D56-38099BFB0033}" type="slidenum">
              <a:rPr lang="fr-CI" smtClean="0"/>
              <a:t>‹N°›</a:t>
            </a:fld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143779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D250E-6AB2-4A17-9D56-38099BFB0033}" type="slidenum">
              <a:rPr lang="fr-CI" smtClean="0"/>
              <a:t>6</a:t>
            </a:fld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519784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531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717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634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194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170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33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889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17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78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284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210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6E448-7D2B-3247-B12B-1DB75E6C99D4}" type="datetimeFigureOut">
              <a:rPr lang="fr-FR" smtClean="0"/>
              <a:t>05/02/2026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8324-8340-5449-B2C1-EC9CB96C42D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30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.dreamstime.com/logo-simple-voiture-moderne-noire-blanche-vecteur-image150785973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illustrations/r%C3%A9union-ensemble-coop%C3%A9ration-1015316/" TargetMode="External"/><Relationship Id="rId7" Type="http://schemas.openxmlformats.org/officeDocument/2006/relationships/hyperlink" Target="https://pixabay.com/fr/environnement-protection-1019749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hyperlink" Target="https://pixabay.com/en/males-3d-model-isolated-3d-model-2339836/" TargetMode="Externa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89138" cy="75596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1C3D0F-C102-D65A-DC40-7BAF9ED05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4735" y="2573079"/>
            <a:ext cx="4854403" cy="2316210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5400" dirty="0">
                <a:latin typeface="Century" panose="02040604050505020304" pitchFamily="18" charset="0"/>
              </a:rPr>
              <a:t>Carte Fidélité -Mayelia</a:t>
            </a:r>
            <a:endParaRPr lang="fr-CI" sz="5400" dirty="0">
              <a:latin typeface="Century" panose="020406040505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4A9EAB-0BAC-6FCD-4CC0-FD39E9B0F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11702" y="5102873"/>
            <a:ext cx="4540103" cy="1138439"/>
          </a:xfrm>
          <a:noFill/>
        </p:spPr>
        <p:txBody>
          <a:bodyPr>
            <a:normAutofit/>
          </a:bodyPr>
          <a:lstStyle/>
          <a:p>
            <a:pPr algn="l"/>
            <a:r>
              <a:rPr lang="fr-FR" sz="3200" b="1" dirty="0">
                <a:latin typeface="Century" panose="02040604050505020304" pitchFamily="18" charset="0"/>
              </a:rPr>
              <a:t>Programme Fidélisation client</a:t>
            </a:r>
            <a:endParaRPr lang="fr-CI" sz="3200" b="1" dirty="0">
              <a:latin typeface="Century" panose="02040604050505020304" pitchFamily="18" charset="0"/>
            </a:endParaRPr>
          </a:p>
        </p:txBody>
      </p:sp>
      <p:pic>
        <p:nvPicPr>
          <p:cNvPr id="5" name="Image 4" descr="Une image contenant texte, Police, Rectangle&#10;&#10;Le contenu généré par l’IA peut être incorrect.">
            <a:extLst>
              <a:ext uri="{FF2B5EF4-FFF2-40B4-BE49-F238E27FC236}">
                <a16:creationId xmlns:a16="http://schemas.microsoft.com/office/drawing/2014/main" id="{B0744962-BE7F-2C5C-3608-E1BA000C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6" r="7953" b="-1"/>
          <a:stretch>
            <a:fillRect/>
          </a:stretch>
        </p:blipFill>
        <p:spPr>
          <a:xfrm>
            <a:off x="-220724" y="-191377"/>
            <a:ext cx="6132426" cy="755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1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1D134-34F9-D90B-F7D4-55F7256B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00660" cy="1297172"/>
          </a:xfrm>
        </p:spPr>
        <p:txBody>
          <a:bodyPr/>
          <a:lstStyle/>
          <a:p>
            <a:r>
              <a:rPr lang="fr-CI" u="sng" dirty="0">
                <a:latin typeface="Century" panose="02040604050505020304" pitchFamily="18" charset="0"/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F0955E-E46B-0415-9E21-AA3F08FB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7172"/>
            <a:ext cx="10691813" cy="5443870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2400" dirty="0">
                <a:latin typeface="Century" panose="02040604050505020304" pitchFamily="18" charset="0"/>
              </a:rPr>
            </a:br>
            <a:r>
              <a:rPr lang="en-US" sz="2400" dirty="0">
                <a:latin typeface="Century" panose="02040604050505020304" pitchFamily="18" charset="0"/>
              </a:rPr>
              <a:t>- Récompenser la fidélité de nos meilleurs clients </a:t>
            </a:r>
          </a:p>
          <a:p>
            <a:pPr marL="0" indent="0">
              <a:buNone/>
            </a:pPr>
            <a:br>
              <a:rPr lang="en-US" sz="2400" dirty="0">
                <a:latin typeface="Century" panose="02040604050505020304" pitchFamily="18" charset="0"/>
              </a:rPr>
            </a:br>
            <a:r>
              <a:rPr lang="en-US" sz="2400" dirty="0">
                <a:latin typeface="Century" panose="02040604050505020304" pitchFamily="18" charset="0"/>
              </a:rPr>
              <a:t>- Motiver et augmenter le nombre de visites techniques mensuel</a:t>
            </a:r>
          </a:p>
          <a:p>
            <a:pPr marL="0" indent="0">
              <a:buNone/>
            </a:pPr>
            <a:br>
              <a:rPr lang="en-US" sz="2400" dirty="0">
                <a:latin typeface="Century" panose="02040604050505020304" pitchFamily="18" charset="0"/>
              </a:rPr>
            </a:br>
            <a:r>
              <a:rPr lang="en-US" sz="2400" dirty="0">
                <a:latin typeface="Century" panose="02040604050505020304" pitchFamily="18" charset="0"/>
              </a:rPr>
              <a:t>- Creer une relation durable avec les entreprises et apporteurs d’affaires</a:t>
            </a:r>
          </a:p>
          <a:p>
            <a:r>
              <a:rPr lang="fr-CI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Clients Entreprises</a:t>
            </a:r>
            <a:endParaRPr lang="fr-CI" sz="2400" dirty="0">
              <a:latin typeface="Century" panose="02040604050505020304" pitchFamily="18" charset="0"/>
            </a:endParaRPr>
          </a:p>
          <a:p>
            <a:r>
              <a:rPr lang="fr-CI" sz="2400" dirty="0">
                <a:latin typeface="Century" panose="02040604050505020304" pitchFamily="18" charset="0"/>
              </a:rPr>
              <a:t>Concessionnaires Automobiles</a:t>
            </a:r>
          </a:p>
          <a:p>
            <a:r>
              <a:rPr lang="fr-CI" sz="2400" dirty="0">
                <a:latin typeface="Century" panose="02040604050505020304" pitchFamily="18" charset="0"/>
              </a:rPr>
              <a:t>Gestionnaires Parc auto entreprises</a:t>
            </a:r>
            <a:endParaRPr lang="fr-CI" sz="24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r>
              <a:rPr lang="fr-CI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Clients Apporteurs d’affaires</a:t>
            </a:r>
            <a:endParaRPr lang="fr-CI" sz="2400" dirty="0">
              <a:latin typeface="Century" panose="02040604050505020304" pitchFamily="18" charset="0"/>
            </a:endParaRPr>
          </a:p>
          <a:p>
            <a:r>
              <a:rPr lang="fr-CI" sz="2400" dirty="0">
                <a:latin typeface="Century" panose="02040604050505020304" pitchFamily="18" charset="0"/>
              </a:rPr>
              <a:t>Mécaniciens / Garagistes</a:t>
            </a:r>
          </a:p>
          <a:p>
            <a:r>
              <a:rPr lang="fr-CI" sz="2400" dirty="0">
                <a:latin typeface="Century" panose="02040604050505020304" pitchFamily="18" charset="0"/>
              </a:rPr>
              <a:t>transporteurs</a:t>
            </a:r>
          </a:p>
          <a:p>
            <a:pPr marL="0" indent="0">
              <a:buNone/>
            </a:pPr>
            <a:endParaRPr lang="en-US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2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E1BF-E469-1CE7-E3E4-2B100A24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0C261D-0B2F-004A-81AE-AB11A88A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796909"/>
            <a:ext cx="4593266" cy="957464"/>
          </a:xfrm>
        </p:spPr>
        <p:txBody>
          <a:bodyPr anchor="ctr">
            <a:normAutofit/>
          </a:bodyPr>
          <a:lstStyle/>
          <a:p>
            <a:r>
              <a:rPr lang="fr-FR" sz="6000" u="sng" dirty="0">
                <a:solidFill>
                  <a:schemeClr val="bg2">
                    <a:lumMod val="2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Modele de Carte</a:t>
            </a:r>
            <a:endParaRPr lang="fr-CI" sz="6000" u="sng" dirty="0">
              <a:solidFill>
                <a:schemeClr val="bg2">
                  <a:lumMod val="2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60847E-E8E9-9666-8ED5-F4DACA710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37415"/>
            <a:ext cx="4593265" cy="5125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Format : PVC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Numéro de série:0001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Couleur: Vert Turquoise &amp; Blanc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QR code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En haut à droite: Logo mayelia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Armoirie : </a:t>
            </a:r>
            <a:r>
              <a:rPr lang="fr-FR" sz="2000" dirty="0" err="1">
                <a:latin typeface="Century" panose="02040604050505020304" pitchFamily="18" charset="0"/>
              </a:rPr>
              <a:t>elephant</a:t>
            </a:r>
            <a:r>
              <a:rPr lang="fr-FR" sz="2000" dirty="0">
                <a:latin typeface="Century" panose="02040604050505020304" pitchFamily="18" charset="0"/>
              </a:rPr>
              <a:t> Cote d’ivoire </a:t>
            </a: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endParaRPr lang="en-US" sz="2000" dirty="0"/>
          </a:p>
        </p:txBody>
      </p:sp>
      <p:pic>
        <p:nvPicPr>
          <p:cNvPr id="5" name="Espace réservé du contenu 4" descr="Une image contenant texte, Police, Rectangle&#10;&#10;Le contenu généré par l’IA peut être incorrect.">
            <a:extLst>
              <a:ext uri="{FF2B5EF4-FFF2-40B4-BE49-F238E27FC236}">
                <a16:creationId xmlns:a16="http://schemas.microsoft.com/office/drawing/2014/main" id="{9DFA19BC-97AB-5B66-9487-609E4846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2" r="7483" b="3"/>
          <a:stretch>
            <a:fillRect/>
          </a:stretch>
        </p:blipFill>
        <p:spPr>
          <a:xfrm>
            <a:off x="4593266" y="796908"/>
            <a:ext cx="6002853" cy="59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1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2B73-0254-684A-2822-B56F96DA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1BE48-FFA1-5383-7554-6B458C9D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63525"/>
            <a:ext cx="4593264" cy="903767"/>
          </a:xfrm>
        </p:spPr>
        <p:txBody>
          <a:bodyPr anchor="ctr">
            <a:normAutofit fontScale="90000"/>
          </a:bodyPr>
          <a:lstStyle/>
          <a:p>
            <a:r>
              <a:rPr lang="fr-FR" sz="6000" u="sng" dirty="0">
                <a:solidFill>
                  <a:schemeClr val="bg2">
                    <a:lumMod val="2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Principe </a:t>
            </a:r>
            <a:endParaRPr lang="fr-CI" sz="6000" u="sng" dirty="0">
              <a:solidFill>
                <a:schemeClr val="bg2">
                  <a:lumMod val="2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1A2EDF-359D-5288-E0B0-8E23A369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82233"/>
            <a:ext cx="4593265" cy="538053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1800" b="1" dirty="0">
                <a:solidFill>
                  <a:srgbClr val="00CC99"/>
                </a:solidFill>
                <a:latin typeface="Century" panose="02040604050505020304" pitchFamily="18" charset="0"/>
              </a:rPr>
              <a:t>Carnets de 50 souches + 1 tampon accompagné du visa du chef de station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entury" panose="02040604050505020304" pitchFamily="18" charset="0"/>
              </a:rPr>
              <a:t>A chaque passage la caissière valide l’achat avec le tampon fidelité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entury" panose="02040604050505020304" pitchFamily="18" charset="0"/>
              </a:rPr>
              <a:t> les carnets sont avec les chefs de stations et le client reçoit sa souche après chaque achat.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entury" panose="02040604050505020304" pitchFamily="18" charset="0"/>
              </a:rPr>
              <a:t>Le client est tenu de garder ses souches et  sa carte afin de les comptabilisés en fin de mois avant de bénéficiez de ses avantages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entury" panose="02040604050505020304" pitchFamily="18" charset="0"/>
              </a:rPr>
              <a:t>100% de bonus lorsque le client emmène toute sa flotte dans l’</a:t>
            </a:r>
            <a:r>
              <a:rPr lang="fr-FR" sz="1800" dirty="0" err="1">
                <a:latin typeface="Century" panose="02040604050505020304" pitchFamily="18" charset="0"/>
              </a:rPr>
              <a:t>annee</a:t>
            </a:r>
            <a:endParaRPr lang="fr-FR" sz="1800" dirty="0">
              <a:latin typeface="Century" panose="02040604050505020304" pitchFamily="18" charset="0"/>
            </a:endParaRPr>
          </a:p>
        </p:txBody>
      </p:sp>
      <p:pic>
        <p:nvPicPr>
          <p:cNvPr id="5" name="Espace réservé du contenu 4" descr="Une image contenant texte, Police, Rectangle&#10;&#10;Le contenu généré par l’IA peut être incorrect.">
            <a:extLst>
              <a:ext uri="{FF2B5EF4-FFF2-40B4-BE49-F238E27FC236}">
                <a16:creationId xmlns:a16="http://schemas.microsoft.com/office/drawing/2014/main" id="{FFAA78AF-C804-8EB3-0B88-5C8537B0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2" r="7483" b="3"/>
          <a:stretch>
            <a:fillRect/>
          </a:stretch>
        </p:blipFill>
        <p:spPr>
          <a:xfrm>
            <a:off x="4593264" y="796909"/>
            <a:ext cx="6002853" cy="594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7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5C03E-C78A-93D8-84D7-AA9CD278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6752" cy="1052623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Suivi de Passage ( informatique)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21CCA6-B07A-7562-B5E9-CC77E813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307804"/>
            <a:ext cx="10691812" cy="5443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1-Excel 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-Date, nom, numéro de carte, marque du véhicule ,  couleur du véhicule immatriculation, date expiration , point cumulé, total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-Calcul automatique des bonus en fin de mois</a:t>
            </a: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2- Principe de la carte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 enregistrez vous ou scannez chaque passage de véhicule à la caisse</a:t>
            </a:r>
            <a:r>
              <a:rPr lang="fr-CI" sz="2000" dirty="0">
                <a:latin typeface="Century" panose="02040604050505020304" pitchFamily="18" charset="0"/>
              </a:rPr>
              <a:t> puis bénéficiez des points fidélités</a:t>
            </a:r>
            <a:endParaRPr lang="fr-FR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66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9400-1DD7-43DA-CB49-E06C0F21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61BC2-D2CF-93FE-BCA9-7EC0CB29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59489"/>
            <a:ext cx="10691812" cy="1244009"/>
          </a:xfrm>
        </p:spPr>
        <p:txBody>
          <a:bodyPr>
            <a:normAutofit/>
          </a:bodyPr>
          <a:lstStyle/>
          <a:p>
            <a:r>
              <a:rPr lang="fr-FR" sz="4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Business Carte</a:t>
            </a:r>
            <a:r>
              <a:rPr lang="fr-CI" sz="4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 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554BF4-FB63-AE00-478D-2987EA73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7684"/>
            <a:ext cx="10638649" cy="55927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fr-CI" sz="28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endParaRPr lang="fr-CI" sz="2600" dirty="0">
              <a:solidFill>
                <a:schemeClr val="tx2"/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endParaRPr lang="fr-CI" sz="2000" dirty="0">
              <a:solidFill>
                <a:schemeClr val="tx2"/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endParaRPr lang="fr-CI" sz="2000" dirty="0">
              <a:solidFill>
                <a:schemeClr val="tx2"/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endParaRPr lang="fr-CI" sz="2000" dirty="0">
              <a:solidFill>
                <a:schemeClr val="tx2"/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r>
              <a:rPr lang="fr-CI" sz="2000" dirty="0">
                <a:solidFill>
                  <a:schemeClr val="tx2"/>
                </a:solidFill>
                <a:latin typeface="Century" panose="02040604050505020304" pitchFamily="18" charset="0"/>
              </a:rPr>
              <a:t>  </a:t>
            </a:r>
          </a:p>
          <a:p>
            <a:pPr marL="0" indent="0" algn="just">
              <a:buNone/>
            </a:pPr>
            <a:r>
              <a:rPr lang="fr-CI" sz="2000" dirty="0">
                <a:latin typeface="Century" panose="02040604050505020304" pitchFamily="18" charset="0"/>
              </a:rPr>
              <a:t>  </a:t>
            </a:r>
          </a:p>
          <a:p>
            <a:pPr marL="0" indent="0" algn="just">
              <a:buNone/>
            </a:pPr>
            <a:endParaRPr lang="fr-CI" sz="20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</a:endParaRPr>
          </a:p>
          <a:p>
            <a:pPr marL="0" indent="0" algn="just">
              <a:buNone/>
            </a:pPr>
            <a:endParaRPr lang="fr-CI" sz="20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000" b="1" u="sng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4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4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dirty="0">
              <a:latin typeface="Century" panose="020406040505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CDC465-D261-CEA1-AD81-F6100B5A3B4D}"/>
              </a:ext>
            </a:extLst>
          </p:cNvPr>
          <p:cNvSpPr txBox="1"/>
          <p:nvPr/>
        </p:nvSpPr>
        <p:spPr>
          <a:xfrm>
            <a:off x="53163" y="1594884"/>
            <a:ext cx="1058548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CI" sz="28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Apporteurs d’affaires</a:t>
            </a:r>
          </a:p>
          <a:p>
            <a:pPr marL="0" indent="0">
              <a:buNone/>
            </a:pPr>
            <a:endParaRPr lang="fr-CI" sz="28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latin typeface="Century" panose="02040604050505020304" pitchFamily="18" charset="0"/>
              </a:rPr>
              <a:t>Formulaire abonnement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Century" panose="02040604050505020304" pitchFamily="18" charset="0"/>
              </a:rPr>
              <a:t> Carte de Fidelité offerte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Century" panose="02040604050505020304" pitchFamily="18" charset="0"/>
              </a:rPr>
              <a:t>Remuneration de </a:t>
            </a:r>
            <a:r>
              <a:rPr lang="en-US" sz="2400" b="1" dirty="0">
                <a:latin typeface="Century" panose="02040604050505020304" pitchFamily="18" charset="0"/>
              </a:rPr>
              <a:t>500 </a:t>
            </a:r>
            <a:r>
              <a:rPr lang="en-US" sz="2400" dirty="0">
                <a:latin typeface="Century" panose="02040604050505020304" pitchFamily="18" charset="0"/>
              </a:rPr>
              <a:t>sur chaque véhicule apporté sous forme de bons d’achats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Century" panose="02040604050505020304" pitchFamily="18" charset="0"/>
              </a:rPr>
              <a:t>Visite technique offerte à partir du 50 </a:t>
            </a:r>
            <a:r>
              <a:rPr lang="en-US" sz="2400" dirty="0" err="1">
                <a:latin typeface="Century" panose="02040604050505020304" pitchFamily="18" charset="0"/>
              </a:rPr>
              <a:t>éme</a:t>
            </a:r>
            <a:r>
              <a:rPr lang="en-US" sz="2400" dirty="0">
                <a:latin typeface="Century" panose="02040604050505020304" pitchFamily="18" charset="0"/>
              </a:rPr>
              <a:t> vehicules</a:t>
            </a:r>
            <a:br>
              <a:rPr lang="en-US" sz="2400" dirty="0">
                <a:latin typeface="Century" panose="02040604050505020304" pitchFamily="18" charset="0"/>
              </a:rPr>
            </a:br>
            <a:endParaRPr lang="fr-CI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2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06666-F05F-6566-A41C-9780B828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2037E-B6BA-0D74-408B-C30F1397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6751" cy="861163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Carte Gestionnaire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EFB28-E9D9-B026-051B-DF417FFE3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1163"/>
            <a:ext cx="10691813" cy="59330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u="sng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000" u="sng" dirty="0">
                <a:latin typeface="Century" panose="02040604050505020304" pitchFamily="18" charset="0"/>
              </a:rPr>
              <a:t>Flotte auto de 20-50 véhicules</a:t>
            </a:r>
            <a:r>
              <a:rPr lang="fr-FR" sz="2000" dirty="0">
                <a:latin typeface="Century" panose="02040604050505020304" pitchFamily="18" charset="0"/>
              </a:rPr>
              <a:t> </a:t>
            </a:r>
            <a:r>
              <a:rPr lang="fr-FR" sz="2000" u="sng" dirty="0">
                <a:latin typeface="Century" panose="02040604050505020304" pitchFamily="18" charset="0"/>
              </a:rPr>
              <a:t>: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01 bon de lavage auto</a:t>
            </a:r>
            <a:endParaRPr lang="fr-FR" sz="2000" u="sng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000" u="sng" dirty="0">
                <a:latin typeface="Century" panose="02040604050505020304" pitchFamily="18" charset="0"/>
              </a:rPr>
              <a:t>Flotte auto 50-100 véhicules </a:t>
            </a:r>
            <a:r>
              <a:rPr lang="fr-FR" sz="2000" dirty="0">
                <a:latin typeface="Century" panose="02040604050505020304" pitchFamily="18" charset="0"/>
              </a:rPr>
              <a:t>:  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1 visite technique offerte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1 bon de carburant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1 bon entretien véhicules </a:t>
            </a:r>
          </a:p>
          <a:p>
            <a:pPr marL="0" indent="0">
              <a:buNone/>
            </a:pPr>
            <a:r>
              <a:rPr lang="fr-FR" sz="2000" dirty="0">
                <a:highlight>
                  <a:srgbClr val="FFFF00"/>
                </a:highlight>
                <a:latin typeface="Century" panose="02040604050505020304" pitchFamily="18" charset="0"/>
              </a:rPr>
              <a:t>divers</a:t>
            </a:r>
          </a:p>
          <a:p>
            <a:pPr marL="0" indent="0">
              <a:buNone/>
            </a:pPr>
            <a:r>
              <a:rPr lang="fr-FR" sz="2000" u="sng" dirty="0">
                <a:latin typeface="Century" panose="02040604050505020304" pitchFamily="18" charset="0"/>
              </a:rPr>
              <a:t>Flotte auto 100 véhicules et plus</a:t>
            </a: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02 visites technique offertes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02 bon carburant</a:t>
            </a:r>
          </a:p>
          <a:p>
            <a:pPr marL="0" indent="0">
              <a:buNone/>
            </a:pPr>
            <a:r>
              <a:rPr lang="fr-FR" sz="2000" dirty="0">
                <a:latin typeface="Century" panose="02040604050505020304" pitchFamily="18" charset="0"/>
              </a:rPr>
              <a:t>02 bon entretiens véhicules</a:t>
            </a:r>
          </a:p>
          <a:p>
            <a:pPr marL="0" indent="0">
              <a:buNone/>
            </a:pPr>
            <a:r>
              <a:rPr lang="fr-FR" sz="2000" dirty="0">
                <a:highlight>
                  <a:srgbClr val="FFFF00"/>
                </a:highlight>
                <a:latin typeface="Century" panose="02040604050505020304" pitchFamily="18" charset="0"/>
              </a:rPr>
              <a:t>Divers</a:t>
            </a:r>
          </a:p>
          <a:p>
            <a:pPr marL="0" indent="0">
              <a:buNone/>
            </a:pPr>
            <a:r>
              <a:rPr lang="en-US" sz="2000" u="sng" dirty="0">
                <a:highlight>
                  <a:srgbClr val="FF00FF"/>
                </a:highlight>
                <a:latin typeface="Century" panose="02040604050505020304" pitchFamily="18" charset="0"/>
              </a:rPr>
              <a:t>Nb</a:t>
            </a:r>
            <a:r>
              <a:rPr lang="en-US" sz="2000" dirty="0">
                <a:highlight>
                  <a:srgbClr val="FF00FF"/>
                </a:highlight>
                <a:latin typeface="Century" panose="02040604050505020304" pitchFamily="18" charset="0"/>
              </a:rPr>
              <a:t> : </a:t>
            </a:r>
            <a:r>
              <a:rPr lang="fr-FR" sz="2000" dirty="0">
                <a:highlight>
                  <a:srgbClr val="FF00FF"/>
                </a:highlight>
                <a:latin typeface="Century" panose="02040604050505020304" pitchFamily="18" charset="0"/>
              </a:rPr>
              <a:t>100 % de bonus lorsque le client emmène tous ses véhicules l’année.</a:t>
            </a:r>
          </a:p>
          <a:p>
            <a:pPr marL="0" indent="0">
              <a:buNone/>
            </a:pPr>
            <a:r>
              <a:rPr lang="fr-FR" sz="2000" b="1" dirty="0">
                <a:latin typeface="Century" panose="02040604050505020304" pitchFamily="18" charset="0"/>
              </a:rPr>
              <a:t>         </a:t>
            </a:r>
            <a:r>
              <a:rPr lang="fr-FR" sz="2000" dirty="0">
                <a:latin typeface="Century" panose="02040604050505020304" pitchFamily="18" charset="0"/>
              </a:rPr>
              <a:t>50% bonus lorsque le client emmène 02 nouveaux clients</a:t>
            </a: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sz="2400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sz="2400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dirty="0">
              <a:latin typeface="Century" panose="02040604050505020304" pitchFamily="18" charset="0"/>
            </a:endParaRPr>
          </a:p>
        </p:txBody>
      </p:sp>
      <p:pic>
        <p:nvPicPr>
          <p:cNvPr id="7" name="Image 6" descr="Une image contenant croquis, voiture, conception&#10;&#10;Le contenu généré par l’IA peut être incorrect.">
            <a:extLst>
              <a:ext uri="{FF2B5EF4-FFF2-40B4-BE49-F238E27FC236}">
                <a16:creationId xmlns:a16="http://schemas.microsoft.com/office/drawing/2014/main" id="{28E19642-F97D-C325-3BD1-D8826457C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25294" y="74428"/>
            <a:ext cx="1796902" cy="188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7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76991-EB5B-5FF1-6201-D7E18C4EB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2650"/>
            <a:ext cx="10356112" cy="1329070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5 -  Avantages avec la Carte </a:t>
            </a:r>
            <a:r>
              <a:rPr lang="fr-FR" b="1" u="sng" dirty="0" err="1">
                <a:solidFill>
                  <a:srgbClr val="00CC99"/>
                </a:solidFill>
                <a:latin typeface="Century" panose="02040604050505020304" pitchFamily="18" charset="0"/>
              </a:rPr>
              <a:t>Fidelité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D8EA88-336B-CBA5-6DD5-CC9115F47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459"/>
            <a:ext cx="10691813" cy="57415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5500" b="1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Diagnostic Technique offert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Visite Technique offert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d’achats Carburant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d’achats d’une valeur a definir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de vidange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Re visite Offerte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d’achats lavage complet auto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</a:t>
            </a:r>
            <a:r>
              <a:rPr lang="en-US" sz="6400" dirty="0" err="1">
                <a:latin typeface="Century" panose="02040604050505020304" pitchFamily="18" charset="0"/>
              </a:rPr>
              <a:t>d’achat</a:t>
            </a:r>
            <a:r>
              <a:rPr lang="en-US" sz="6400" dirty="0">
                <a:latin typeface="Century" panose="02040604050505020304" pitchFamily="18" charset="0"/>
              </a:rPr>
              <a:t> Super Marché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Bons entretiens véhicule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>
                <a:latin typeface="Century" panose="02040604050505020304" pitchFamily="18" charset="0"/>
              </a:rPr>
              <a:t>Jeux /tombola</a:t>
            </a:r>
          </a:p>
          <a:p>
            <a:pPr marL="0" indent="0">
              <a:buNone/>
            </a:pPr>
            <a:r>
              <a:rPr lang="en-US" sz="6400" dirty="0" err="1">
                <a:latin typeface="Century" panose="02040604050505020304" pitchFamily="18" charset="0"/>
              </a:rPr>
              <a:t>Acces</a:t>
            </a:r>
            <a:r>
              <a:rPr lang="en-US" sz="6400" dirty="0">
                <a:latin typeface="Century" panose="02040604050505020304" pitchFamily="18" charset="0"/>
              </a:rPr>
              <a:t> privelligié sur les stations</a:t>
            </a:r>
          </a:p>
          <a:p>
            <a:pPr marL="0" indent="0">
              <a:buNone/>
            </a:pPr>
            <a:endParaRPr lang="en-US" sz="55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Century" panose="02040604050505020304" pitchFamily="18" charset="0"/>
              </a:rPr>
              <a:t>Nb : </a:t>
            </a:r>
            <a:r>
              <a:rPr lang="fr-FR" sz="7200" b="1" dirty="0">
                <a:latin typeface="Century" panose="02040604050505020304" pitchFamily="18" charset="0"/>
              </a:rPr>
              <a:t>100 % </a:t>
            </a:r>
            <a:r>
              <a:rPr lang="fr-FR" sz="7200" dirty="0">
                <a:latin typeface="Century" panose="02040604050505020304" pitchFamily="18" charset="0"/>
              </a:rPr>
              <a:t>de bonus lorsque le client emmène tous ses véhicules l’année.</a:t>
            </a:r>
          </a:p>
          <a:p>
            <a:pPr marL="0" indent="0">
              <a:buNone/>
            </a:pPr>
            <a:r>
              <a:rPr lang="fr-FR" sz="7200" dirty="0">
                <a:latin typeface="Century" panose="02040604050505020304" pitchFamily="18" charset="0"/>
              </a:rPr>
              <a:t>         </a:t>
            </a:r>
            <a:r>
              <a:rPr lang="fr-FR" sz="7200" b="1" dirty="0">
                <a:latin typeface="Century" panose="02040604050505020304" pitchFamily="18" charset="0"/>
              </a:rPr>
              <a:t>50% </a:t>
            </a:r>
            <a:r>
              <a:rPr lang="fr-FR" sz="7200" dirty="0">
                <a:latin typeface="Century" panose="02040604050505020304" pitchFamily="18" charset="0"/>
              </a:rPr>
              <a:t>bonus lorsque le client emmène 02 nouveaux clients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55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sz="55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en-US" dirty="0">
              <a:latin typeface="Century" panose="020406040505050203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Century" panose="02040604050505020304" pitchFamily="18" charset="0"/>
              </a:rPr>
            </a:br>
            <a:endParaRPr lang="en-US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dirty="0"/>
          </a:p>
          <a:p>
            <a:pPr>
              <a:buFontTx/>
              <a:buChar char="-"/>
            </a:pPr>
            <a:endParaRPr lang="fr-CI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400" b="1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90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3585-1409-2688-EE2B-9B0DBB39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AC551-05D3-F2A6-2A22-9E6372B9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223"/>
            <a:ext cx="10430540" cy="1339703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Fiche d’identification client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CB333E-7DF2-AA73-9083-7983A835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1219201"/>
            <a:ext cx="10610533" cy="52832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200" kern="100" dirty="0">
              <a:effectLst/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Type de client :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Century" panose="02040604050505020304" pitchFamily="18" charset="0"/>
              </a:rPr>
              <a:t>  </a:t>
            </a:r>
            <a:r>
              <a:rPr lang="fr-CI" sz="2200" kern="100" dirty="0">
                <a:latin typeface="Century" panose="02040604050505020304" pitchFamily="18" charset="0"/>
                <a:ea typeface="Aptos" panose="020B0004020202020204" pitchFamily="34" charset="0"/>
                <a:cs typeface="Century" panose="02040604050505020304" pitchFamily="18" charset="0"/>
              </a:rPr>
              <a:t>Entreprise 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Century" panose="02040604050505020304" pitchFamily="18" charset="0"/>
              </a:rPr>
              <a:t>  </a:t>
            </a:r>
            <a:r>
              <a:rPr lang="fr-CI" sz="22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☐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Apporteur d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Century" panose="02040604050505020304" pitchFamily="18" charset="0"/>
              </a:rPr>
              <a:t>’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affaires / N 00225</a:t>
            </a:r>
            <a:endParaRPr lang="fr-CI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 </a:t>
            </a:r>
            <a:r>
              <a:rPr lang="fr-CI" sz="22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&amp; prénoms 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__________________________________________</a:t>
            </a:r>
            <a:endParaRPr lang="fr-CI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2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Fonction 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__________________________________________</a:t>
            </a:r>
            <a:endParaRPr lang="fr-CI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2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fr-CI" sz="22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ontact __________________________________________</a:t>
            </a:r>
            <a:endParaRPr lang="fr-CI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br>
              <a:rPr lang="fr-CI" sz="25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0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5D8B-42D4-75EF-16F3-DED6998C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F7FD-FCEC-0E4E-C32B-0EB0E2D5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430540" cy="1187301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Fiche d’identification client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CE5E0C-57F7-81DE-7CE2-65BC77BD6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1187302"/>
            <a:ext cx="10610533" cy="549655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Zone /quartier</a:t>
            </a: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________________________________________________</a:t>
            </a:r>
            <a:endParaRPr lang="fr-CI" sz="1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____________________________________________________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Nombre de véhicules jours _____________________________________________________________</a:t>
            </a:r>
            <a:b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Numéro de carte attribué : _____________________________________________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b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 d’inscription : ____ / ____ / ______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03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A3349-A34A-0445-F916-F1180F5A0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E3222-2180-4888-6D76-92918384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224"/>
            <a:ext cx="10430540" cy="988828"/>
          </a:xfrm>
        </p:spPr>
        <p:txBody>
          <a:bodyPr/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Identification client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317C3D-3771-B841-1DFD-1C557EE7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9702"/>
            <a:ext cx="10691813" cy="533754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0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Volume flotte auto : ____________________________________________________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0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Listes des véhicules  (marques, couleur , immatriculation de véhicules +date d’expirations de visites, Tarif visite +vignettes )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000" kern="100" dirty="0">
              <a:effectLst/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000" b="1" u="sng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Nb</a:t>
            </a:r>
            <a:r>
              <a:rPr lang="fr-CI" sz="20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Pour une meilleure prise en charge veuillez nous transmettre si possible les certificats et carte grises de vos véhicules</a:t>
            </a:r>
            <a:r>
              <a:rPr lang="fr-CI" sz="20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fr-CI" sz="2400" kern="100" dirty="0"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E1F33-F8CC-F09A-AA3B-E46A7F97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794205" cy="1084520"/>
          </a:xfrm>
        </p:spPr>
        <p:txBody>
          <a:bodyPr/>
          <a:lstStyle/>
          <a:p>
            <a:r>
              <a:rPr lang="fr-CI" b="1" u="sng" dirty="0">
                <a:solidFill>
                  <a:srgbClr val="00CC99"/>
                </a:solidFill>
                <a:latin typeface="Century" panose="02040604050505020304" pitchFamily="18" charset="0"/>
              </a:rPr>
              <a:t>Prise en charge 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BA3B3F-BAC9-4AC5-3278-B6B96FE26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9580"/>
            <a:ext cx="10691813" cy="557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Apres l’ouverture de compte , le chargé de compte encouragera le client à s’abonner avec la carte fidélité afin de bénéficier des avantages,</a:t>
            </a: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1-Ouverture de compte client </a:t>
            </a: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2- abonnement client + Carte fidélité</a:t>
            </a: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3-Fiche identification client </a:t>
            </a:r>
            <a:r>
              <a:rPr lang="fr-CI" sz="20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nombres de véhicules, marque, couleur , immatriculation + date d’expiration , mois , Tarif visite + vignettes pour chaque abonné</a:t>
            </a:r>
          </a:p>
          <a:p>
            <a:pPr marL="0" indent="0">
              <a:buNone/>
            </a:pPr>
            <a:endParaRPr lang="fr-CI" sz="2000" b="1" dirty="0">
              <a:solidFill>
                <a:srgbClr val="00CC99"/>
              </a:solidFill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4-devis mensuel &amp; annuel + localisation station la plus proche </a:t>
            </a: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5- Relance téléphonie par mail 1 mois avant et appel 1 semaine avant</a:t>
            </a:r>
          </a:p>
        </p:txBody>
      </p:sp>
    </p:spTree>
    <p:extLst>
      <p:ext uri="{BB962C8B-B14F-4D97-AF65-F5344CB8AC3E}">
        <p14:creationId xmlns:p14="http://schemas.microsoft.com/office/powerpoint/2010/main" val="71706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ABDFD-D4F6-F592-2175-3883B4F05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37638-28FF-EBC3-C09B-BFB3D44B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223"/>
            <a:ext cx="10430540" cy="1080977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Contrat d’abonnement apporteurs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A55750-32DD-F773-D899-34DF89D61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" y="1219200"/>
            <a:ext cx="10610533" cy="549655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0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fr-CI" sz="21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 contrat a pour objet de définir les conditions de collaborations entre l’entreprise et l’apporteur chargé d’orienter des véhicules vers la visite technique.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L’ apporteur s ’engage à orienter un volume minimum estimé à </a:t>
            </a:r>
            <a:r>
              <a:rPr lang="fr-CI" sz="21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 véhicules jours soit 50 véhicules par mois 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fr-CI" sz="21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 contrepartie de son activité l’ apporteur bénéficie des avantages suivants selon les avantages atteints :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Le seuil de récompenses est attribuée mensuellement ou trimestriellement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CI" sz="21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Le présent contrat est conclu pour une durée de 3 ans renouvelable après évaluation annuelle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CI" sz="21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Le présent partenariat respecte stricte</a:t>
            </a: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ment la règlementation relative au contrôle  technique   automobile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CI" sz="21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Il constitue également une protection juridique de parts &amp; d’autres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000" kern="100" dirty="0">
              <a:effectLst/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20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0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7B40-4EF8-079C-5BDD-CBFA7C0C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D06C4B-D320-DADD-4B6A-F6E44929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223"/>
            <a:ext cx="10430540" cy="1339703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Fiche d’abonnement-Gestionnaire 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292F9E-151A-E7F6-7B23-76F7612D2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1219200"/>
            <a:ext cx="10610533" cy="549655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Société </a:t>
            </a: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________________________________________________</a:t>
            </a: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 prénoms contact du Gestionnaire</a:t>
            </a: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____________________________________________________</a:t>
            </a:r>
            <a:b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Adresse / Zone : _____________________________________________________________</a:t>
            </a: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Numéro de carte attribué : _____________________________________________</a:t>
            </a:r>
            <a:b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 d’inscription : ____ / ____ / ______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8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E61D-3F1C-E7EC-F39D-CC1C57B5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EABE6-7AC0-DC34-39AE-23ADD2EB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223"/>
            <a:ext cx="10430540" cy="1339703"/>
          </a:xfrm>
        </p:spPr>
        <p:txBody>
          <a:bodyPr>
            <a:normAutofit fontScale="90000"/>
          </a:bodyPr>
          <a:lstStyle/>
          <a:p>
            <a:r>
              <a:rPr lang="fr-FR" b="1" u="sng" dirty="0">
                <a:solidFill>
                  <a:srgbClr val="00CC99"/>
                </a:solidFill>
                <a:latin typeface="Century" panose="02040604050505020304" pitchFamily="18" charset="0"/>
              </a:rPr>
              <a:t>Fiche d’identification-Gestionnaire parc auto </a:t>
            </a:r>
            <a:endParaRPr lang="fr-CI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70D883-F0FE-F4D8-F806-BBB9BEEDE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1219200"/>
            <a:ext cx="10610533" cy="549655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8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Société </a:t>
            </a: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: ________________________________________________</a:t>
            </a: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latin typeface="Century" panose="020406040505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 prénoms contact du Gestionnaire</a:t>
            </a: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____________________________________________________</a:t>
            </a: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Adresse / Zone : _____________________________________________________________</a:t>
            </a: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Numéro de carte attribué : _____________________________________________</a:t>
            </a:r>
            <a:b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CI" sz="1600" kern="100" dirty="0">
                <a:effectLst/>
                <a:latin typeface="Century" panose="020406040505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 d’inscription : ____ / ____ / ______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fr-CI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C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CI" sz="2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24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6E0EA3-5B90-D374-8FFE-7CAF46D2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284"/>
            <a:ext cx="9956751" cy="935665"/>
          </a:xfrm>
        </p:spPr>
        <p:txBody>
          <a:bodyPr/>
          <a:lstStyle/>
          <a:p>
            <a:r>
              <a:rPr lang="fr-CI" b="1" u="sng" dirty="0">
                <a:solidFill>
                  <a:srgbClr val="00CC99"/>
                </a:solidFill>
                <a:latin typeface="Century" panose="02040604050505020304" pitchFamily="18" charset="0"/>
              </a:rPr>
              <a:t>Parcours client-Gestionnaire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CB77EB-06EC-1B42-89C0-A226E795C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806"/>
            <a:ext cx="10691813" cy="5497032"/>
          </a:xfrm>
        </p:spPr>
        <p:txBody>
          <a:bodyPr/>
          <a:lstStyle/>
          <a:p>
            <a:pPr marL="0" indent="0">
              <a:buNone/>
            </a:pPr>
            <a:endParaRPr lang="fr-FR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1</a:t>
            </a:r>
            <a:r>
              <a:rPr lang="fr-CI" sz="2400" dirty="0">
                <a:latin typeface="Century" panose="02040604050505020304" pitchFamily="18" charset="0"/>
              </a:rPr>
              <a:t>: Ouverture de compte client ( commercial)</a:t>
            </a: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2: </a:t>
            </a:r>
            <a:r>
              <a:rPr lang="fr-CI" sz="2400" dirty="0">
                <a:latin typeface="Century" panose="02040604050505020304" pitchFamily="18" charset="0"/>
              </a:rPr>
              <a:t>Proposition de carte de fidélité (commercial marketing com chef de stations chef de zones)</a:t>
            </a: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3</a:t>
            </a:r>
            <a:r>
              <a:rPr lang="fr-CI" sz="2400" dirty="0">
                <a:latin typeface="Century" panose="02040604050505020304" pitchFamily="18" charset="0"/>
              </a:rPr>
              <a:t>: Contrat d’abonnement lu et approuvé + 01 carte</a:t>
            </a: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4</a:t>
            </a:r>
            <a:r>
              <a:rPr lang="fr-CI" sz="2400" dirty="0">
                <a:latin typeface="Century" panose="02040604050505020304" pitchFamily="18" charset="0"/>
              </a:rPr>
              <a:t>: A chaque passage , collectez vos points fidélités, et gagnez des bons d’achats</a:t>
            </a:r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344422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0E34-9E57-15F2-D9DB-B2307C1D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A7369-6136-8294-61C7-0A4348E8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284"/>
            <a:ext cx="9956751" cy="935665"/>
          </a:xfrm>
        </p:spPr>
        <p:txBody>
          <a:bodyPr>
            <a:normAutofit fontScale="90000"/>
          </a:bodyPr>
          <a:lstStyle/>
          <a:p>
            <a:r>
              <a:rPr lang="fr-CI" b="1" u="sng" dirty="0">
                <a:solidFill>
                  <a:srgbClr val="00CC99"/>
                </a:solidFill>
                <a:latin typeface="Century" panose="02040604050505020304" pitchFamily="18" charset="0"/>
              </a:rPr>
              <a:t>Parcours client- Apporteurs d’affaires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91795C-5C47-8F38-A565-72527E4DA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806"/>
            <a:ext cx="10691813" cy="5497032"/>
          </a:xfrm>
        </p:spPr>
        <p:txBody>
          <a:bodyPr/>
          <a:lstStyle/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1</a:t>
            </a:r>
            <a:r>
              <a:rPr lang="fr-CI" sz="2400" dirty="0">
                <a:latin typeface="Century" panose="02040604050505020304" pitchFamily="18" charset="0"/>
              </a:rPr>
              <a:t>: Remplir la Fiche d’abonnement</a:t>
            </a: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400" u="sng" dirty="0">
                <a:latin typeface="Century" panose="02040604050505020304" pitchFamily="18" charset="0"/>
              </a:rPr>
              <a:t>Etape 2</a:t>
            </a:r>
            <a:r>
              <a:rPr lang="fr-CI" sz="2400" dirty="0">
                <a:latin typeface="Century" panose="02040604050505020304" pitchFamily="18" charset="0"/>
              </a:rPr>
              <a:t>: Signé le contrat d’abonnement lu et approuvé + Carte Fidélité</a:t>
            </a: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dirty="0"/>
          </a:p>
        </p:txBody>
      </p:sp>
    </p:spTree>
    <p:extLst>
      <p:ext uri="{BB962C8B-B14F-4D97-AF65-F5344CB8AC3E}">
        <p14:creationId xmlns:p14="http://schemas.microsoft.com/office/powerpoint/2010/main" val="254206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A491-33DC-C87C-CC99-F2E01617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B05BD-CB08-5ACD-32DD-F2DC7B7F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428"/>
            <a:ext cx="10441172" cy="1052623"/>
          </a:xfrm>
        </p:spPr>
        <p:txBody>
          <a:bodyPr/>
          <a:lstStyle/>
          <a:p>
            <a:r>
              <a:rPr lang="fr-CI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Couts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5C795-C9AB-AC55-890A-F151E51BA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341"/>
            <a:ext cx="10691813" cy="54764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fr-CI" sz="2800" u="sng" dirty="0">
                <a:latin typeface="Century" panose="02040604050505020304" pitchFamily="18" charset="0"/>
              </a:rPr>
              <a:t>Confection &amp; Personnalisation Cartes format PVC</a:t>
            </a: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  </a:t>
            </a: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3000f x 200 cartes = 300.000F</a:t>
            </a: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CI" sz="2000" dirty="0">
                <a:latin typeface="Century" panose="02040604050505020304" pitchFamily="18" charset="0"/>
              </a:rPr>
              <a:t>20 Tampons + personnalisation = 100.000f</a:t>
            </a:r>
          </a:p>
          <a:p>
            <a:pPr marL="0" indent="0">
              <a:buNone/>
            </a:pPr>
            <a:endParaRPr lang="fr-CI" sz="2000" dirty="0">
              <a:latin typeface="Century" panose="020406040505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CI" sz="2000" dirty="0">
                <a:latin typeface="Century" panose="02040604050505020304" pitchFamily="18" charset="0"/>
              </a:rPr>
              <a:t>Achats 200 </a:t>
            </a:r>
            <a:r>
              <a:rPr lang="fr-CI" sz="1800" dirty="0">
                <a:latin typeface="Century" panose="02040604050505020304" pitchFamily="18" charset="0"/>
              </a:rPr>
              <a:t>Carnets souches &amp; Personnalisation = 400.000f+20 tampons de personnalisé</a:t>
            </a:r>
          </a:p>
          <a:p>
            <a:pPr marL="0" indent="0">
              <a:buNone/>
            </a:pPr>
            <a:endParaRPr lang="fr-CI" sz="1800" u="sng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CI" sz="18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7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A8E9B-89D7-3474-389C-B49623D2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2020185"/>
            <a:ext cx="10175358" cy="2094615"/>
          </a:xfrm>
        </p:spPr>
        <p:txBody>
          <a:bodyPr/>
          <a:lstStyle/>
          <a:p>
            <a:r>
              <a:rPr lang="fr-FR" b="1" dirty="0">
                <a:solidFill>
                  <a:srgbClr val="00CC99"/>
                </a:solidFill>
                <a:latin typeface="Century" panose="02040604050505020304" pitchFamily="18" charset="0"/>
              </a:rPr>
              <a:t>Je choisis mayelia, pour mon contrôle technique automobile !</a:t>
            </a:r>
            <a:endParaRPr lang="fr-CI" b="1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pic>
        <p:nvPicPr>
          <p:cNvPr id="6" name="Image 5" descr="Une image contenant art, comparaison&#10;&#10;Description générée automatiquement avec une confiance moyenne">
            <a:extLst>
              <a:ext uri="{FF2B5EF4-FFF2-40B4-BE49-F238E27FC236}">
                <a16:creationId xmlns:a16="http://schemas.microsoft.com/office/drawing/2014/main" id="{702BB291-D8ED-2E10-D602-7F1DB621A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59227" y="4039956"/>
            <a:ext cx="2519936" cy="168985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D8932C0-5F78-78FB-2DAF-7374A3864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33917" y="4039956"/>
            <a:ext cx="2020186" cy="1689854"/>
          </a:xfrm>
          <a:prstGeom prst="rect">
            <a:avLst/>
          </a:prstGeom>
        </p:spPr>
      </p:pic>
      <p:pic>
        <p:nvPicPr>
          <p:cNvPr id="10" name="Image 9" descr="Une image contenant dessin humoristique, balle&#10;&#10;Description générée automatiquement">
            <a:extLst>
              <a:ext uri="{FF2B5EF4-FFF2-40B4-BE49-F238E27FC236}">
                <a16:creationId xmlns:a16="http://schemas.microsoft.com/office/drawing/2014/main" id="{2B6D4E5A-2CAD-2BD6-0E82-CC282E572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486577" y="4039956"/>
            <a:ext cx="1955136" cy="155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8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95694</TotalTime>
  <Words>924</Words>
  <Application>Microsoft Office PowerPoint</Application>
  <PresentationFormat>Personnalisé</PresentationFormat>
  <Paragraphs>203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AngsanaUPC</vt:lpstr>
      <vt:lpstr>Aptos</vt:lpstr>
      <vt:lpstr>Aptos Display</vt:lpstr>
      <vt:lpstr>Arial</vt:lpstr>
      <vt:lpstr>Century</vt:lpstr>
      <vt:lpstr>Segoe UI Symbol</vt:lpstr>
      <vt:lpstr>Wingdings</vt:lpstr>
      <vt:lpstr>Thème Office</vt:lpstr>
      <vt:lpstr>Carte Fidélité -Mayelia</vt:lpstr>
      <vt:lpstr>Contexte</vt:lpstr>
      <vt:lpstr>Modele de Carte</vt:lpstr>
      <vt:lpstr>Principe </vt:lpstr>
      <vt:lpstr>Suivi de Passage ( informatique)</vt:lpstr>
      <vt:lpstr>Business Carte  </vt:lpstr>
      <vt:lpstr>Carte Gestionnaire </vt:lpstr>
      <vt:lpstr>5 -  Avantages avec la Carte Fidelité</vt:lpstr>
      <vt:lpstr>Fiche d’identification client </vt:lpstr>
      <vt:lpstr>Fiche d’identification client </vt:lpstr>
      <vt:lpstr>Identification client </vt:lpstr>
      <vt:lpstr>Prise en charge client</vt:lpstr>
      <vt:lpstr>Contrat d’abonnement apporteurs </vt:lpstr>
      <vt:lpstr>Fiche d’abonnement-Gestionnaire  </vt:lpstr>
      <vt:lpstr>Fiche d’identification-Gestionnaire parc auto </vt:lpstr>
      <vt:lpstr>Parcours client-Gestionnaire</vt:lpstr>
      <vt:lpstr>Parcours client- Apporteurs d’affaires</vt:lpstr>
      <vt:lpstr>Couts</vt:lpstr>
      <vt:lpstr>Je choisis mayelia, pour mon contrôle technique automobile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Ira Marius N'Goran | MAYELIA AUTOMOTIVE</dc:creator>
  <cp:lastModifiedBy>Dédé Fatima  AGBODAN | MACI</cp:lastModifiedBy>
  <cp:revision>40</cp:revision>
  <cp:lastPrinted>2025-01-09T15:18:07Z</cp:lastPrinted>
  <dcterms:created xsi:type="dcterms:W3CDTF">2024-09-02T10:32:16Z</dcterms:created>
  <dcterms:modified xsi:type="dcterms:W3CDTF">2026-02-05T11:50:37Z</dcterms:modified>
</cp:coreProperties>
</file>